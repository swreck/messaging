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3"/>
  </p:notesMasterIdLst>
  <p:handoutMasterIdLst>
    <p:handoutMasterId r:id="rId14"/>
  </p:handoutMasterIdLst>
  <p:sldIdLst>
    <p:sldId id="312" r:id="rId2"/>
    <p:sldId id="289" r:id="rId3"/>
    <p:sldId id="309" r:id="rId4"/>
    <p:sldId id="303" r:id="rId5"/>
    <p:sldId id="304" r:id="rId6"/>
    <p:sldId id="305" r:id="rId7"/>
    <p:sldId id="306" r:id="rId8"/>
    <p:sldId id="307" r:id="rId9"/>
    <p:sldId id="308" r:id="rId10"/>
    <p:sldId id="311" r:id="rId11"/>
    <p:sldId id="296" r:id="rId12"/>
  </p:sldIdLst>
  <p:sldSz cx="9144000" cy="6858000" type="screen4x3"/>
  <p:notesSz cx="7077075" cy="9363075"/>
  <p:defaultTextStyle>
    <a:defPPr>
      <a:defRPr lang="en-US"/>
    </a:defPPr>
    <a:lvl1pPr algn="ctr" rtl="0" fontAlgn="base">
      <a:spcBef>
        <a:spcPct val="0"/>
      </a:spcBef>
      <a:spcAft>
        <a:spcPct val="0"/>
      </a:spcAft>
      <a:defRPr sz="2400" kern="1200">
        <a:solidFill>
          <a:schemeClr val="tx1"/>
        </a:solidFill>
        <a:latin typeface="Times New Roman" pitchFamily="18" charset="0"/>
        <a:ea typeface="+mn-ea"/>
        <a:cs typeface="+mn-cs"/>
      </a:defRPr>
    </a:lvl1pPr>
    <a:lvl2pPr marL="457200" algn="ctr" rtl="0" fontAlgn="base">
      <a:spcBef>
        <a:spcPct val="0"/>
      </a:spcBef>
      <a:spcAft>
        <a:spcPct val="0"/>
      </a:spcAft>
      <a:defRPr sz="2400" kern="1200">
        <a:solidFill>
          <a:schemeClr val="tx1"/>
        </a:solidFill>
        <a:latin typeface="Times New Roman" pitchFamily="18" charset="0"/>
        <a:ea typeface="+mn-ea"/>
        <a:cs typeface="+mn-cs"/>
      </a:defRPr>
    </a:lvl2pPr>
    <a:lvl3pPr marL="914400" algn="ctr" rtl="0" fontAlgn="base">
      <a:spcBef>
        <a:spcPct val="0"/>
      </a:spcBef>
      <a:spcAft>
        <a:spcPct val="0"/>
      </a:spcAft>
      <a:defRPr sz="2400" kern="1200">
        <a:solidFill>
          <a:schemeClr val="tx1"/>
        </a:solidFill>
        <a:latin typeface="Times New Roman" pitchFamily="18" charset="0"/>
        <a:ea typeface="+mn-ea"/>
        <a:cs typeface="+mn-cs"/>
      </a:defRPr>
    </a:lvl3pPr>
    <a:lvl4pPr marL="1371600" algn="ctr" rtl="0" fontAlgn="base">
      <a:spcBef>
        <a:spcPct val="0"/>
      </a:spcBef>
      <a:spcAft>
        <a:spcPct val="0"/>
      </a:spcAft>
      <a:defRPr sz="2400" kern="1200">
        <a:solidFill>
          <a:schemeClr val="tx1"/>
        </a:solidFill>
        <a:latin typeface="Times New Roman" pitchFamily="18" charset="0"/>
        <a:ea typeface="+mn-ea"/>
        <a:cs typeface="+mn-cs"/>
      </a:defRPr>
    </a:lvl4pPr>
    <a:lvl5pPr marL="1828800" algn="ctr"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528" userDrawn="1">
          <p15:clr>
            <a:srgbClr val="A4A3A4"/>
          </p15:clr>
        </p15:guide>
        <p15:guide id="2" orient="horz" pos="360" userDrawn="1">
          <p15:clr>
            <a:srgbClr val="A4A3A4"/>
          </p15:clr>
        </p15:guide>
        <p15:guide id="3" pos="254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5A125"/>
    <a:srgbClr val="B06C46"/>
    <a:srgbClr val="A96139"/>
    <a:srgbClr val="000000"/>
    <a:srgbClr val="FFFFFF"/>
    <a:srgbClr val="CDA930"/>
    <a:srgbClr val="AC633B"/>
    <a:srgbClr val="C0980C"/>
    <a:srgbClr val="F28E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7" autoAdjust="0"/>
    <p:restoredTop sz="90929"/>
  </p:normalViewPr>
  <p:slideViewPr>
    <p:cSldViewPr snapToGrid="0">
      <p:cViewPr varScale="1">
        <p:scale>
          <a:sx n="124" d="100"/>
          <a:sy n="124" d="100"/>
        </p:scale>
        <p:origin x="1512" y="168"/>
      </p:cViewPr>
      <p:guideLst>
        <p:guide orient="horz" pos="3528"/>
        <p:guide orient="horz" pos="360"/>
        <p:guide pos="254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128" d="100"/>
          <a:sy n="128" d="100"/>
        </p:scale>
        <p:origin x="1512" y="1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8790D9-0B37-4B23-B620-09D5BECDB87C}"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A86C07C4-AB82-4674-BD2A-8103ECAEB0A3}">
      <dgm:prSet phldrT="[Text]"/>
      <dgm:spPr/>
      <dgm:t>
        <a:bodyPr/>
        <a:lstStyle/>
        <a:p>
          <a:r>
            <a:rPr lang="en-US" dirty="0">
              <a:latin typeface="Arial Narrow" panose="020B0606020202030204" pitchFamily="34" charset="0"/>
            </a:rPr>
            <a:t>Any product or service</a:t>
          </a:r>
        </a:p>
      </dgm:t>
    </dgm:pt>
    <dgm:pt modelId="{24D45BD9-7875-40BF-AF2C-36A76DD20226}" type="parTrans" cxnId="{26099B5E-FFEF-4A32-B73F-C46184104F95}">
      <dgm:prSet/>
      <dgm:spPr/>
      <dgm:t>
        <a:bodyPr/>
        <a:lstStyle/>
        <a:p>
          <a:endParaRPr lang="en-US">
            <a:latin typeface="Arial Narrow" panose="020B0606020202030204" pitchFamily="34" charset="0"/>
          </a:endParaRPr>
        </a:p>
      </dgm:t>
    </dgm:pt>
    <dgm:pt modelId="{690440B2-5410-4546-BD24-77AEFACCF237}" type="sibTrans" cxnId="{26099B5E-FFEF-4A32-B73F-C46184104F95}">
      <dgm:prSet/>
      <dgm:spPr/>
      <dgm:t>
        <a:bodyPr/>
        <a:lstStyle/>
        <a:p>
          <a:endParaRPr lang="en-US">
            <a:latin typeface="Arial Narrow" panose="020B0606020202030204" pitchFamily="34" charset="0"/>
          </a:endParaRPr>
        </a:p>
      </dgm:t>
    </dgm:pt>
    <dgm:pt modelId="{DA2015CE-FB21-4698-A2D6-CD45E6066A1D}">
      <dgm:prSet phldrT="[Text]"/>
      <dgm:spPr/>
      <dgm:t>
        <a:bodyPr/>
        <a:lstStyle/>
        <a:p>
          <a:r>
            <a:rPr lang="en-US" dirty="0">
              <a:latin typeface="Arial Narrow" panose="020B0606020202030204" pitchFamily="34" charset="0"/>
            </a:rPr>
            <a:t>Any duration</a:t>
          </a:r>
        </a:p>
      </dgm:t>
    </dgm:pt>
    <dgm:pt modelId="{1CFC80B0-349B-44C6-972E-B6680660CD94}" type="parTrans" cxnId="{EB3B010C-8A5A-484E-AA00-220374488DA5}">
      <dgm:prSet/>
      <dgm:spPr/>
      <dgm:t>
        <a:bodyPr/>
        <a:lstStyle/>
        <a:p>
          <a:endParaRPr lang="en-US">
            <a:latin typeface="Arial Narrow" panose="020B0606020202030204" pitchFamily="34" charset="0"/>
          </a:endParaRPr>
        </a:p>
      </dgm:t>
    </dgm:pt>
    <dgm:pt modelId="{B091EDDB-C87B-4DCA-820A-F1CA9068053E}" type="sibTrans" cxnId="{EB3B010C-8A5A-484E-AA00-220374488DA5}">
      <dgm:prSet/>
      <dgm:spPr/>
      <dgm:t>
        <a:bodyPr/>
        <a:lstStyle/>
        <a:p>
          <a:endParaRPr lang="en-US">
            <a:latin typeface="Arial Narrow" panose="020B0606020202030204" pitchFamily="34" charset="0"/>
          </a:endParaRPr>
        </a:p>
      </dgm:t>
    </dgm:pt>
    <dgm:pt modelId="{8FA75E77-A40F-46B8-96AD-685D30494497}">
      <dgm:prSet phldrT="[Text]"/>
      <dgm:spPr/>
      <dgm:t>
        <a:bodyPr/>
        <a:lstStyle/>
        <a:p>
          <a:r>
            <a:rPr lang="en-US" dirty="0">
              <a:latin typeface="Arial Narrow" panose="020B0606020202030204" pitchFamily="34" charset="0"/>
            </a:rPr>
            <a:t>Any media… phone to slide presentation</a:t>
          </a:r>
        </a:p>
      </dgm:t>
    </dgm:pt>
    <dgm:pt modelId="{77C04E21-2891-49A5-8417-FC7CCD6407BD}" type="parTrans" cxnId="{441D2B3A-CCC9-4BD6-9E11-C6311C12F93A}">
      <dgm:prSet/>
      <dgm:spPr/>
      <dgm:t>
        <a:bodyPr/>
        <a:lstStyle/>
        <a:p>
          <a:endParaRPr lang="en-US">
            <a:latin typeface="Arial Narrow" panose="020B0606020202030204" pitchFamily="34" charset="0"/>
          </a:endParaRPr>
        </a:p>
      </dgm:t>
    </dgm:pt>
    <dgm:pt modelId="{25D88390-B37F-4BB8-9744-4BDB47DD2D76}" type="sibTrans" cxnId="{441D2B3A-CCC9-4BD6-9E11-C6311C12F93A}">
      <dgm:prSet/>
      <dgm:spPr/>
      <dgm:t>
        <a:bodyPr/>
        <a:lstStyle/>
        <a:p>
          <a:endParaRPr lang="en-US">
            <a:latin typeface="Arial Narrow" panose="020B0606020202030204" pitchFamily="34" charset="0"/>
          </a:endParaRPr>
        </a:p>
      </dgm:t>
    </dgm:pt>
    <dgm:pt modelId="{083E9F29-8E31-4522-BFEF-3FE374F2C70F}">
      <dgm:prSet phldrT="[Text]"/>
      <dgm:spPr/>
      <dgm:t>
        <a:bodyPr/>
        <a:lstStyle/>
        <a:p>
          <a:r>
            <a:rPr lang="en-US" dirty="0">
              <a:latin typeface="Arial Narrow" panose="020B0606020202030204" pitchFamily="34" charset="0"/>
            </a:rPr>
            <a:t>Easy to learn and remember</a:t>
          </a:r>
        </a:p>
      </dgm:t>
    </dgm:pt>
    <dgm:pt modelId="{FA45E0DA-C422-4C2D-A02B-7D5ED6C46239}" type="parTrans" cxnId="{1594B675-EE98-43D6-9339-FE58BE8F698D}">
      <dgm:prSet/>
      <dgm:spPr/>
      <dgm:t>
        <a:bodyPr/>
        <a:lstStyle/>
        <a:p>
          <a:endParaRPr lang="en-US">
            <a:latin typeface="Arial Narrow" panose="020B0606020202030204" pitchFamily="34" charset="0"/>
          </a:endParaRPr>
        </a:p>
      </dgm:t>
    </dgm:pt>
    <dgm:pt modelId="{86A8D18F-F8C3-421E-806C-758A45DE49C4}" type="sibTrans" cxnId="{1594B675-EE98-43D6-9339-FE58BE8F698D}">
      <dgm:prSet/>
      <dgm:spPr/>
      <dgm:t>
        <a:bodyPr/>
        <a:lstStyle/>
        <a:p>
          <a:endParaRPr lang="en-US">
            <a:latin typeface="Arial Narrow" panose="020B0606020202030204" pitchFamily="34" charset="0"/>
          </a:endParaRPr>
        </a:p>
      </dgm:t>
    </dgm:pt>
    <dgm:pt modelId="{C610E0F0-B5BF-4495-9C51-2B39CDE68F17}">
      <dgm:prSet phldrT="[Text]"/>
      <dgm:spPr/>
      <dgm:t>
        <a:bodyPr/>
        <a:lstStyle/>
        <a:p>
          <a:r>
            <a:rPr lang="en-US" dirty="0">
              <a:latin typeface="Arial Narrow" panose="020B0606020202030204" pitchFamily="34" charset="0"/>
            </a:rPr>
            <a:t>Easy to create</a:t>
          </a:r>
        </a:p>
      </dgm:t>
    </dgm:pt>
    <dgm:pt modelId="{484B3F97-F868-4573-90FD-BAB9F1CD7E2D}" type="parTrans" cxnId="{C23D384D-C7A6-4126-8B6B-D090AB847084}">
      <dgm:prSet/>
      <dgm:spPr/>
      <dgm:t>
        <a:bodyPr/>
        <a:lstStyle/>
        <a:p>
          <a:endParaRPr lang="en-US"/>
        </a:p>
      </dgm:t>
    </dgm:pt>
    <dgm:pt modelId="{56467A04-E040-4807-A2A0-B567C98AF094}" type="sibTrans" cxnId="{C23D384D-C7A6-4126-8B6B-D090AB847084}">
      <dgm:prSet/>
      <dgm:spPr/>
      <dgm:t>
        <a:bodyPr/>
        <a:lstStyle/>
        <a:p>
          <a:endParaRPr lang="en-US"/>
        </a:p>
      </dgm:t>
    </dgm:pt>
    <dgm:pt modelId="{DD3A097C-74C2-2446-9F0F-77557B7331A3}">
      <dgm:prSet phldrT="[Text]"/>
      <dgm:spPr/>
      <dgm:t>
        <a:bodyPr/>
        <a:lstStyle/>
        <a:p>
          <a:r>
            <a:rPr lang="en-US" dirty="0">
              <a:latin typeface="Arial Narrow" panose="020B0606020202030204" pitchFamily="34" charset="0"/>
            </a:rPr>
            <a:t>Even usable in </a:t>
          </a:r>
          <a:r>
            <a:rPr lang="en-US" i="1" dirty="0">
              <a:latin typeface="Arial Narrow" panose="020B0606020202030204" pitchFamily="34" charset="0"/>
            </a:rPr>
            <a:t>product design </a:t>
          </a:r>
          <a:r>
            <a:rPr lang="en-US" dirty="0">
              <a:latin typeface="Arial Narrow" panose="020B0606020202030204" pitchFamily="34" charset="0"/>
            </a:rPr>
            <a:t>to align company</a:t>
          </a:r>
        </a:p>
      </dgm:t>
    </dgm:pt>
    <dgm:pt modelId="{085E1A1B-7D91-E845-ABCB-F8E5A503983C}" type="parTrans" cxnId="{F0850638-5B5E-F249-9D12-D28100E66AAD}">
      <dgm:prSet/>
      <dgm:spPr/>
      <dgm:t>
        <a:bodyPr/>
        <a:lstStyle/>
        <a:p>
          <a:endParaRPr lang="en-US"/>
        </a:p>
      </dgm:t>
    </dgm:pt>
    <dgm:pt modelId="{B98008B2-BCC9-3E45-95C1-B7E09243CD2D}" type="sibTrans" cxnId="{F0850638-5B5E-F249-9D12-D28100E66AAD}">
      <dgm:prSet/>
      <dgm:spPr/>
      <dgm:t>
        <a:bodyPr/>
        <a:lstStyle/>
        <a:p>
          <a:endParaRPr lang="en-US"/>
        </a:p>
      </dgm:t>
    </dgm:pt>
    <dgm:pt modelId="{10F0F5AB-58B6-4537-ACC8-0D35023F57D5}" type="pres">
      <dgm:prSet presAssocID="{378790D9-0B37-4B23-B620-09D5BECDB87C}" presName="diagram" presStyleCnt="0">
        <dgm:presLayoutVars>
          <dgm:dir/>
          <dgm:resizeHandles val="exact"/>
        </dgm:presLayoutVars>
      </dgm:prSet>
      <dgm:spPr/>
    </dgm:pt>
    <dgm:pt modelId="{207F3D59-E3B6-4572-AF0B-D18723B3537F}" type="pres">
      <dgm:prSet presAssocID="{A86C07C4-AB82-4674-BD2A-8103ECAEB0A3}" presName="node" presStyleLbl="node1" presStyleIdx="0" presStyleCnt="6">
        <dgm:presLayoutVars>
          <dgm:bulletEnabled val="1"/>
        </dgm:presLayoutVars>
      </dgm:prSet>
      <dgm:spPr/>
    </dgm:pt>
    <dgm:pt modelId="{17256F4E-8013-4CA0-9FB0-D95FF73647A0}" type="pres">
      <dgm:prSet presAssocID="{690440B2-5410-4546-BD24-77AEFACCF237}" presName="sibTrans" presStyleCnt="0"/>
      <dgm:spPr/>
    </dgm:pt>
    <dgm:pt modelId="{F541A1BE-BB67-4E6F-A64C-D94EC6B77AF1}" type="pres">
      <dgm:prSet presAssocID="{DA2015CE-FB21-4698-A2D6-CD45E6066A1D}" presName="node" presStyleLbl="node1" presStyleIdx="1" presStyleCnt="6">
        <dgm:presLayoutVars>
          <dgm:bulletEnabled val="1"/>
        </dgm:presLayoutVars>
      </dgm:prSet>
      <dgm:spPr/>
    </dgm:pt>
    <dgm:pt modelId="{59CF6FE8-F064-425C-BC2D-CD3FDBDF03B3}" type="pres">
      <dgm:prSet presAssocID="{B091EDDB-C87B-4DCA-820A-F1CA9068053E}" presName="sibTrans" presStyleCnt="0"/>
      <dgm:spPr/>
    </dgm:pt>
    <dgm:pt modelId="{E1EF683E-A356-40C1-B84D-089967B0F4A2}" type="pres">
      <dgm:prSet presAssocID="{8FA75E77-A40F-46B8-96AD-685D30494497}" presName="node" presStyleLbl="node1" presStyleIdx="2" presStyleCnt="6">
        <dgm:presLayoutVars>
          <dgm:bulletEnabled val="1"/>
        </dgm:presLayoutVars>
      </dgm:prSet>
      <dgm:spPr/>
    </dgm:pt>
    <dgm:pt modelId="{8D2FF7A5-F872-437D-B66B-7663695B0586}" type="pres">
      <dgm:prSet presAssocID="{25D88390-B37F-4BB8-9744-4BDB47DD2D76}" presName="sibTrans" presStyleCnt="0"/>
      <dgm:spPr/>
    </dgm:pt>
    <dgm:pt modelId="{CD43622C-4366-4F15-8FC4-AA9004075A8E}" type="pres">
      <dgm:prSet presAssocID="{C610E0F0-B5BF-4495-9C51-2B39CDE68F17}" presName="node" presStyleLbl="node1" presStyleIdx="3" presStyleCnt="6">
        <dgm:presLayoutVars>
          <dgm:bulletEnabled val="1"/>
        </dgm:presLayoutVars>
      </dgm:prSet>
      <dgm:spPr/>
    </dgm:pt>
    <dgm:pt modelId="{D6864A79-9F7B-401E-95D9-A10483288632}" type="pres">
      <dgm:prSet presAssocID="{56467A04-E040-4807-A2A0-B567C98AF094}" presName="sibTrans" presStyleCnt="0"/>
      <dgm:spPr/>
    </dgm:pt>
    <dgm:pt modelId="{EEBF7C4F-F352-4BE0-B553-ABBF7A438C2A}" type="pres">
      <dgm:prSet presAssocID="{083E9F29-8E31-4522-BFEF-3FE374F2C70F}" presName="node" presStyleLbl="node1" presStyleIdx="4" presStyleCnt="6">
        <dgm:presLayoutVars>
          <dgm:bulletEnabled val="1"/>
        </dgm:presLayoutVars>
      </dgm:prSet>
      <dgm:spPr/>
    </dgm:pt>
    <dgm:pt modelId="{20BEAAB5-7163-4443-B53D-0332F2E5949C}" type="pres">
      <dgm:prSet presAssocID="{86A8D18F-F8C3-421E-806C-758A45DE49C4}" presName="sibTrans" presStyleCnt="0"/>
      <dgm:spPr/>
    </dgm:pt>
    <dgm:pt modelId="{044214EC-BB42-154A-9BF7-484E17116257}" type="pres">
      <dgm:prSet presAssocID="{DD3A097C-74C2-2446-9F0F-77557B7331A3}" presName="node" presStyleLbl="node1" presStyleIdx="5" presStyleCnt="6">
        <dgm:presLayoutVars>
          <dgm:bulletEnabled val="1"/>
        </dgm:presLayoutVars>
      </dgm:prSet>
      <dgm:spPr/>
    </dgm:pt>
  </dgm:ptLst>
  <dgm:cxnLst>
    <dgm:cxn modelId="{EB3B010C-8A5A-484E-AA00-220374488DA5}" srcId="{378790D9-0B37-4B23-B620-09D5BECDB87C}" destId="{DA2015CE-FB21-4698-A2D6-CD45E6066A1D}" srcOrd="1" destOrd="0" parTransId="{1CFC80B0-349B-44C6-972E-B6680660CD94}" sibTransId="{B091EDDB-C87B-4DCA-820A-F1CA9068053E}"/>
    <dgm:cxn modelId="{3D3C2533-1D0C-492B-AE5E-7B93C2E943A6}" type="presOf" srcId="{C610E0F0-B5BF-4495-9C51-2B39CDE68F17}" destId="{CD43622C-4366-4F15-8FC4-AA9004075A8E}" srcOrd="0" destOrd="0" presId="urn:microsoft.com/office/officeart/2005/8/layout/default"/>
    <dgm:cxn modelId="{F0850638-5B5E-F249-9D12-D28100E66AAD}" srcId="{378790D9-0B37-4B23-B620-09D5BECDB87C}" destId="{DD3A097C-74C2-2446-9F0F-77557B7331A3}" srcOrd="5" destOrd="0" parTransId="{085E1A1B-7D91-E845-ABCB-F8E5A503983C}" sibTransId="{B98008B2-BCC9-3E45-95C1-B7E09243CD2D}"/>
    <dgm:cxn modelId="{441D2B3A-CCC9-4BD6-9E11-C6311C12F93A}" srcId="{378790D9-0B37-4B23-B620-09D5BECDB87C}" destId="{8FA75E77-A40F-46B8-96AD-685D30494497}" srcOrd="2" destOrd="0" parTransId="{77C04E21-2891-49A5-8417-FC7CCD6407BD}" sibTransId="{25D88390-B37F-4BB8-9744-4BDB47DD2D76}"/>
    <dgm:cxn modelId="{FE53E83C-C1FF-4050-8839-F7D9BBD49787}" type="presOf" srcId="{378790D9-0B37-4B23-B620-09D5BECDB87C}" destId="{10F0F5AB-58B6-4537-ACC8-0D35023F57D5}" srcOrd="0" destOrd="0" presId="urn:microsoft.com/office/officeart/2005/8/layout/default"/>
    <dgm:cxn modelId="{C23D384D-C7A6-4126-8B6B-D090AB847084}" srcId="{378790D9-0B37-4B23-B620-09D5BECDB87C}" destId="{C610E0F0-B5BF-4495-9C51-2B39CDE68F17}" srcOrd="3" destOrd="0" parTransId="{484B3F97-F868-4573-90FD-BAB9F1CD7E2D}" sibTransId="{56467A04-E040-4807-A2A0-B567C98AF094}"/>
    <dgm:cxn modelId="{26099B5E-FFEF-4A32-B73F-C46184104F95}" srcId="{378790D9-0B37-4B23-B620-09D5BECDB87C}" destId="{A86C07C4-AB82-4674-BD2A-8103ECAEB0A3}" srcOrd="0" destOrd="0" parTransId="{24D45BD9-7875-40BF-AF2C-36A76DD20226}" sibTransId="{690440B2-5410-4546-BD24-77AEFACCF237}"/>
    <dgm:cxn modelId="{EFCC5269-1392-4875-AC8A-0EBF0F9FBE4F}" type="presOf" srcId="{A86C07C4-AB82-4674-BD2A-8103ECAEB0A3}" destId="{207F3D59-E3B6-4572-AF0B-D18723B3537F}" srcOrd="0" destOrd="0" presId="urn:microsoft.com/office/officeart/2005/8/layout/default"/>
    <dgm:cxn modelId="{1594B675-EE98-43D6-9339-FE58BE8F698D}" srcId="{378790D9-0B37-4B23-B620-09D5BECDB87C}" destId="{083E9F29-8E31-4522-BFEF-3FE374F2C70F}" srcOrd="4" destOrd="0" parTransId="{FA45E0DA-C422-4C2D-A02B-7D5ED6C46239}" sibTransId="{86A8D18F-F8C3-421E-806C-758A45DE49C4}"/>
    <dgm:cxn modelId="{4C47A276-D184-8848-906B-1DD1242D7610}" type="presOf" srcId="{DD3A097C-74C2-2446-9F0F-77557B7331A3}" destId="{044214EC-BB42-154A-9BF7-484E17116257}" srcOrd="0" destOrd="0" presId="urn:microsoft.com/office/officeart/2005/8/layout/default"/>
    <dgm:cxn modelId="{7BE02F8B-F73D-4705-8E1E-1918AEA691F3}" type="presOf" srcId="{8FA75E77-A40F-46B8-96AD-685D30494497}" destId="{E1EF683E-A356-40C1-B84D-089967B0F4A2}" srcOrd="0" destOrd="0" presId="urn:microsoft.com/office/officeart/2005/8/layout/default"/>
    <dgm:cxn modelId="{914908AD-A835-4336-9F85-F372D77CDAAB}" type="presOf" srcId="{083E9F29-8E31-4522-BFEF-3FE374F2C70F}" destId="{EEBF7C4F-F352-4BE0-B553-ABBF7A438C2A}" srcOrd="0" destOrd="0" presId="urn:microsoft.com/office/officeart/2005/8/layout/default"/>
    <dgm:cxn modelId="{A3F939F2-EA76-4C7D-B3D3-62B9CCDF77BB}" type="presOf" srcId="{DA2015CE-FB21-4698-A2D6-CD45E6066A1D}" destId="{F541A1BE-BB67-4E6F-A64C-D94EC6B77AF1}" srcOrd="0" destOrd="0" presId="urn:microsoft.com/office/officeart/2005/8/layout/default"/>
    <dgm:cxn modelId="{192F9399-1B73-4C51-9D8A-5BB12249145A}" type="presParOf" srcId="{10F0F5AB-58B6-4537-ACC8-0D35023F57D5}" destId="{207F3D59-E3B6-4572-AF0B-D18723B3537F}" srcOrd="0" destOrd="0" presId="urn:microsoft.com/office/officeart/2005/8/layout/default"/>
    <dgm:cxn modelId="{18438BF8-75ED-4EB8-BC65-B4DFC998BCB8}" type="presParOf" srcId="{10F0F5AB-58B6-4537-ACC8-0D35023F57D5}" destId="{17256F4E-8013-4CA0-9FB0-D95FF73647A0}" srcOrd="1" destOrd="0" presId="urn:microsoft.com/office/officeart/2005/8/layout/default"/>
    <dgm:cxn modelId="{2E7FE4AD-FD43-4F73-A0AB-B93FA3E4C564}" type="presParOf" srcId="{10F0F5AB-58B6-4537-ACC8-0D35023F57D5}" destId="{F541A1BE-BB67-4E6F-A64C-D94EC6B77AF1}" srcOrd="2" destOrd="0" presId="urn:microsoft.com/office/officeart/2005/8/layout/default"/>
    <dgm:cxn modelId="{996C4E40-4298-44C9-A2A3-40DED0AE0B7F}" type="presParOf" srcId="{10F0F5AB-58B6-4537-ACC8-0D35023F57D5}" destId="{59CF6FE8-F064-425C-BC2D-CD3FDBDF03B3}" srcOrd="3" destOrd="0" presId="urn:microsoft.com/office/officeart/2005/8/layout/default"/>
    <dgm:cxn modelId="{E5B0F72F-4D96-45F9-B5A7-875EB65F398A}" type="presParOf" srcId="{10F0F5AB-58B6-4537-ACC8-0D35023F57D5}" destId="{E1EF683E-A356-40C1-B84D-089967B0F4A2}" srcOrd="4" destOrd="0" presId="urn:microsoft.com/office/officeart/2005/8/layout/default"/>
    <dgm:cxn modelId="{8249074F-A885-484C-A0C0-1BF97C4CD132}" type="presParOf" srcId="{10F0F5AB-58B6-4537-ACC8-0D35023F57D5}" destId="{8D2FF7A5-F872-437D-B66B-7663695B0586}" srcOrd="5" destOrd="0" presId="urn:microsoft.com/office/officeart/2005/8/layout/default"/>
    <dgm:cxn modelId="{2E2736E0-878F-459E-95A5-202396C59C44}" type="presParOf" srcId="{10F0F5AB-58B6-4537-ACC8-0D35023F57D5}" destId="{CD43622C-4366-4F15-8FC4-AA9004075A8E}" srcOrd="6" destOrd="0" presId="urn:microsoft.com/office/officeart/2005/8/layout/default"/>
    <dgm:cxn modelId="{BEC28353-E234-4584-80E8-8A4E88643E99}" type="presParOf" srcId="{10F0F5AB-58B6-4537-ACC8-0D35023F57D5}" destId="{D6864A79-9F7B-401E-95D9-A10483288632}" srcOrd="7" destOrd="0" presId="urn:microsoft.com/office/officeart/2005/8/layout/default"/>
    <dgm:cxn modelId="{9EE20E9F-32B9-48A1-B595-B199127D817C}" type="presParOf" srcId="{10F0F5AB-58B6-4537-ACC8-0D35023F57D5}" destId="{EEBF7C4F-F352-4BE0-B553-ABBF7A438C2A}" srcOrd="8" destOrd="0" presId="urn:microsoft.com/office/officeart/2005/8/layout/default"/>
    <dgm:cxn modelId="{43300230-1DB4-6F42-A609-12C180178C12}" type="presParOf" srcId="{10F0F5AB-58B6-4537-ACC8-0D35023F57D5}" destId="{20BEAAB5-7163-4443-B53D-0332F2E5949C}" srcOrd="9" destOrd="0" presId="urn:microsoft.com/office/officeart/2005/8/layout/default"/>
    <dgm:cxn modelId="{EF0BD4C4-FB30-A84B-AC36-EF9A16EF1274}" type="presParOf" srcId="{10F0F5AB-58B6-4537-ACC8-0D35023F57D5}" destId="{044214EC-BB42-154A-9BF7-484E17116257}"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7F3D59-E3B6-4572-AF0B-D18723B3537F}">
      <dsp:nvSpPr>
        <dsp:cNvPr id="0" name=""/>
        <dsp:cNvSpPr/>
      </dsp:nvSpPr>
      <dsp:spPr>
        <a:xfrm>
          <a:off x="0" y="577889"/>
          <a:ext cx="2424832" cy="145489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Any product or service</a:t>
          </a:r>
        </a:p>
      </dsp:txBody>
      <dsp:txXfrm>
        <a:off x="0" y="577889"/>
        <a:ext cx="2424832" cy="1454899"/>
      </dsp:txXfrm>
    </dsp:sp>
    <dsp:sp modelId="{F541A1BE-BB67-4E6F-A64C-D94EC6B77AF1}">
      <dsp:nvSpPr>
        <dsp:cNvPr id="0" name=""/>
        <dsp:cNvSpPr/>
      </dsp:nvSpPr>
      <dsp:spPr>
        <a:xfrm>
          <a:off x="2667315" y="577889"/>
          <a:ext cx="2424832" cy="1454899"/>
        </a:xfrm>
        <a:prstGeom prst="rect">
          <a:avLst/>
        </a:prstGeom>
        <a:solidFill>
          <a:schemeClr val="accent3">
            <a:hueOff val="-1870117"/>
            <a:satOff val="-3882"/>
            <a:lumOff val="6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Any duration</a:t>
          </a:r>
        </a:p>
      </dsp:txBody>
      <dsp:txXfrm>
        <a:off x="2667315" y="577889"/>
        <a:ext cx="2424832" cy="1454899"/>
      </dsp:txXfrm>
    </dsp:sp>
    <dsp:sp modelId="{E1EF683E-A356-40C1-B84D-089967B0F4A2}">
      <dsp:nvSpPr>
        <dsp:cNvPr id="0" name=""/>
        <dsp:cNvSpPr/>
      </dsp:nvSpPr>
      <dsp:spPr>
        <a:xfrm>
          <a:off x="5334630" y="577889"/>
          <a:ext cx="2424832" cy="1454899"/>
        </a:xfrm>
        <a:prstGeom prst="rect">
          <a:avLst/>
        </a:prstGeom>
        <a:solidFill>
          <a:schemeClr val="accent3">
            <a:hueOff val="-3740234"/>
            <a:satOff val="-7764"/>
            <a:lumOff val="12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Any media… phone to slide presentation</a:t>
          </a:r>
        </a:p>
      </dsp:txBody>
      <dsp:txXfrm>
        <a:off x="5334630" y="577889"/>
        <a:ext cx="2424832" cy="1454899"/>
      </dsp:txXfrm>
    </dsp:sp>
    <dsp:sp modelId="{CD43622C-4366-4F15-8FC4-AA9004075A8E}">
      <dsp:nvSpPr>
        <dsp:cNvPr id="0" name=""/>
        <dsp:cNvSpPr/>
      </dsp:nvSpPr>
      <dsp:spPr>
        <a:xfrm>
          <a:off x="0" y="2275272"/>
          <a:ext cx="2424832" cy="1454899"/>
        </a:xfrm>
        <a:prstGeom prst="rect">
          <a:avLst/>
        </a:prstGeom>
        <a:solidFill>
          <a:schemeClr val="accent3">
            <a:hueOff val="-5610351"/>
            <a:satOff val="-11645"/>
            <a:lumOff val="184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Easy to create</a:t>
          </a:r>
        </a:p>
      </dsp:txBody>
      <dsp:txXfrm>
        <a:off x="0" y="2275272"/>
        <a:ext cx="2424832" cy="1454899"/>
      </dsp:txXfrm>
    </dsp:sp>
    <dsp:sp modelId="{EEBF7C4F-F352-4BE0-B553-ABBF7A438C2A}">
      <dsp:nvSpPr>
        <dsp:cNvPr id="0" name=""/>
        <dsp:cNvSpPr/>
      </dsp:nvSpPr>
      <dsp:spPr>
        <a:xfrm>
          <a:off x="2667315" y="2275272"/>
          <a:ext cx="2424832" cy="1454899"/>
        </a:xfrm>
        <a:prstGeom prst="rect">
          <a:avLst/>
        </a:prstGeom>
        <a:solidFill>
          <a:schemeClr val="accent3">
            <a:hueOff val="-7480467"/>
            <a:satOff val="-15527"/>
            <a:lumOff val="2462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Easy to learn and remember</a:t>
          </a:r>
        </a:p>
      </dsp:txBody>
      <dsp:txXfrm>
        <a:off x="2667315" y="2275272"/>
        <a:ext cx="2424832" cy="1454899"/>
      </dsp:txXfrm>
    </dsp:sp>
    <dsp:sp modelId="{044214EC-BB42-154A-9BF7-484E17116257}">
      <dsp:nvSpPr>
        <dsp:cNvPr id="0" name=""/>
        <dsp:cNvSpPr/>
      </dsp:nvSpPr>
      <dsp:spPr>
        <a:xfrm>
          <a:off x="5334630" y="2275272"/>
          <a:ext cx="2424832" cy="1454899"/>
        </a:xfrm>
        <a:prstGeom prst="rect">
          <a:avLst/>
        </a:prstGeom>
        <a:solidFill>
          <a:schemeClr val="accent3">
            <a:hueOff val="-9350584"/>
            <a:satOff val="-19409"/>
            <a:lumOff val="307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Even usable in </a:t>
          </a:r>
          <a:r>
            <a:rPr lang="en-US" sz="2800" i="1" kern="1200" dirty="0">
              <a:latin typeface="Arial Narrow" panose="020B0606020202030204" pitchFamily="34" charset="0"/>
            </a:rPr>
            <a:t>product design </a:t>
          </a:r>
          <a:r>
            <a:rPr lang="en-US" sz="2800" kern="1200" dirty="0">
              <a:latin typeface="Arial Narrow" panose="020B0606020202030204" pitchFamily="34" charset="0"/>
            </a:rPr>
            <a:t>to align company</a:t>
          </a:r>
        </a:p>
      </dsp:txBody>
      <dsp:txXfrm>
        <a:off x="5334630" y="2275272"/>
        <a:ext cx="2424832" cy="145489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2"/>
            <a:ext cx="3066733" cy="467909"/>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lvl1pPr algn="l">
              <a:defRPr sz="1200" smtClean="0"/>
            </a:lvl1pPr>
          </a:lstStyle>
          <a:p>
            <a:pPr>
              <a:defRPr/>
            </a:pPr>
            <a:endParaRPr lang="en-US"/>
          </a:p>
        </p:txBody>
      </p:sp>
      <p:sp>
        <p:nvSpPr>
          <p:cNvPr id="9219" name="Rectangle 3"/>
          <p:cNvSpPr>
            <a:spLocks noGrp="1" noChangeArrowheads="1"/>
          </p:cNvSpPr>
          <p:nvPr>
            <p:ph type="dt" sz="quarter" idx="1"/>
          </p:nvPr>
        </p:nvSpPr>
        <p:spPr bwMode="auto">
          <a:xfrm>
            <a:off x="4010343" y="2"/>
            <a:ext cx="3066733" cy="467909"/>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lvl1pPr algn="r">
              <a:defRPr sz="1200" smtClean="0"/>
            </a:lvl1pPr>
          </a:lstStyle>
          <a:p>
            <a:pPr>
              <a:defRPr/>
            </a:pPr>
            <a:endParaRPr lang="en-US"/>
          </a:p>
        </p:txBody>
      </p:sp>
      <p:sp>
        <p:nvSpPr>
          <p:cNvPr id="9220" name="Rectangle 4"/>
          <p:cNvSpPr>
            <a:spLocks noGrp="1" noChangeArrowheads="1"/>
          </p:cNvSpPr>
          <p:nvPr>
            <p:ph type="ftr" sz="quarter" idx="2"/>
          </p:nvPr>
        </p:nvSpPr>
        <p:spPr bwMode="auto">
          <a:xfrm>
            <a:off x="0" y="8895168"/>
            <a:ext cx="3066733" cy="467909"/>
          </a:xfrm>
          <a:prstGeom prst="rect">
            <a:avLst/>
          </a:prstGeom>
          <a:noFill/>
          <a:ln w="9525">
            <a:noFill/>
            <a:miter lim="800000"/>
            <a:headEnd/>
            <a:tailEnd/>
          </a:ln>
          <a:effectLst/>
        </p:spPr>
        <p:txBody>
          <a:bodyPr vert="horz" wrap="square" lIns="94096" tIns="47049" rIns="94096" bIns="47049" numCol="1" anchor="b" anchorCtr="0" compatLnSpc="1">
            <a:prstTxWarp prst="textNoShape">
              <a:avLst/>
            </a:prstTxWarp>
          </a:bodyPr>
          <a:lstStyle>
            <a:lvl1pPr algn="l">
              <a:defRPr sz="1200" smtClean="0"/>
            </a:lvl1pPr>
          </a:lstStyle>
          <a:p>
            <a:pPr>
              <a:defRPr/>
            </a:pPr>
            <a:endParaRPr lang="en-US"/>
          </a:p>
        </p:txBody>
      </p:sp>
      <p:sp>
        <p:nvSpPr>
          <p:cNvPr id="9221" name="Rectangle 5"/>
          <p:cNvSpPr>
            <a:spLocks noGrp="1" noChangeArrowheads="1"/>
          </p:cNvSpPr>
          <p:nvPr>
            <p:ph type="sldNum" sz="quarter" idx="3"/>
          </p:nvPr>
        </p:nvSpPr>
        <p:spPr bwMode="auto">
          <a:xfrm>
            <a:off x="4010343" y="8895168"/>
            <a:ext cx="3066733" cy="467909"/>
          </a:xfrm>
          <a:prstGeom prst="rect">
            <a:avLst/>
          </a:prstGeom>
          <a:noFill/>
          <a:ln w="9525">
            <a:noFill/>
            <a:miter lim="800000"/>
            <a:headEnd/>
            <a:tailEnd/>
          </a:ln>
          <a:effectLst/>
        </p:spPr>
        <p:txBody>
          <a:bodyPr vert="horz" wrap="square" lIns="94096" tIns="47049" rIns="94096" bIns="47049" numCol="1" anchor="b" anchorCtr="0" compatLnSpc="1">
            <a:prstTxWarp prst="textNoShape">
              <a:avLst/>
            </a:prstTxWarp>
          </a:bodyPr>
          <a:lstStyle>
            <a:lvl1pPr algn="r">
              <a:defRPr sz="1200" smtClean="0"/>
            </a:lvl1pPr>
          </a:lstStyle>
          <a:p>
            <a:pPr>
              <a:defRPr/>
            </a:pPr>
            <a:fld id="{0D5F180D-C9E5-4F36-B95B-F9A7EE486964}" type="slidenum">
              <a:rPr lang="en-US"/>
              <a:pPr>
                <a:defRPr/>
              </a:pPr>
              <a:t>‹#›</a:t>
            </a:fld>
            <a:endParaRPr lang="en-US"/>
          </a:p>
        </p:txBody>
      </p:sp>
    </p:spTree>
    <p:extLst>
      <p:ext uri="{BB962C8B-B14F-4D97-AF65-F5344CB8AC3E}">
        <p14:creationId xmlns:p14="http://schemas.microsoft.com/office/powerpoint/2010/main" val="35143899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1026"/>
          <p:cNvSpPr>
            <a:spLocks noGrp="1" noChangeArrowheads="1"/>
          </p:cNvSpPr>
          <p:nvPr>
            <p:ph type="hdr" sz="quarter"/>
          </p:nvPr>
        </p:nvSpPr>
        <p:spPr bwMode="auto">
          <a:xfrm>
            <a:off x="0" y="3"/>
            <a:ext cx="3066733" cy="469539"/>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lvl1pPr algn="l">
              <a:defRPr sz="1200" smtClean="0"/>
            </a:lvl1pPr>
          </a:lstStyle>
          <a:p>
            <a:pPr>
              <a:defRPr/>
            </a:pPr>
            <a:endParaRPr lang="en-US"/>
          </a:p>
        </p:txBody>
      </p:sp>
      <p:sp>
        <p:nvSpPr>
          <p:cNvPr id="15363" name="Rectangle 1027"/>
          <p:cNvSpPr>
            <a:spLocks noGrp="1" noChangeArrowheads="1"/>
          </p:cNvSpPr>
          <p:nvPr>
            <p:ph type="dt" idx="1"/>
          </p:nvPr>
        </p:nvSpPr>
        <p:spPr bwMode="auto">
          <a:xfrm>
            <a:off x="4010343" y="3"/>
            <a:ext cx="3066733" cy="469539"/>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lvl1pPr algn="r">
              <a:defRPr sz="1200" smtClean="0"/>
            </a:lvl1pPr>
          </a:lstStyle>
          <a:p>
            <a:pPr>
              <a:defRPr/>
            </a:pPr>
            <a:endParaRPr lang="en-US"/>
          </a:p>
        </p:txBody>
      </p:sp>
      <p:sp>
        <p:nvSpPr>
          <p:cNvPr id="10244" name="Rectangle 1028"/>
          <p:cNvSpPr>
            <a:spLocks noGrp="1" noRot="1" noChangeAspect="1" noChangeArrowheads="1" noTextEdit="1"/>
          </p:cNvSpPr>
          <p:nvPr>
            <p:ph type="sldImg" idx="2"/>
          </p:nvPr>
        </p:nvSpPr>
        <p:spPr bwMode="auto">
          <a:xfrm>
            <a:off x="1189038" y="703263"/>
            <a:ext cx="4699000" cy="3524250"/>
          </a:xfrm>
          <a:prstGeom prst="rect">
            <a:avLst/>
          </a:prstGeom>
          <a:noFill/>
          <a:ln w="9525">
            <a:solidFill>
              <a:srgbClr val="000000"/>
            </a:solidFill>
            <a:miter lim="800000"/>
            <a:headEnd/>
            <a:tailEnd/>
          </a:ln>
        </p:spPr>
      </p:sp>
      <p:sp>
        <p:nvSpPr>
          <p:cNvPr id="15365" name="Rectangle 1029"/>
          <p:cNvSpPr>
            <a:spLocks noGrp="1" noChangeArrowheads="1"/>
          </p:cNvSpPr>
          <p:nvPr>
            <p:ph type="body" sz="quarter" idx="3"/>
          </p:nvPr>
        </p:nvSpPr>
        <p:spPr bwMode="auto">
          <a:xfrm>
            <a:off x="943611" y="4460628"/>
            <a:ext cx="5189856" cy="4225855"/>
          </a:xfrm>
          <a:prstGeom prst="rect">
            <a:avLst/>
          </a:prstGeom>
          <a:noFill/>
          <a:ln w="9525">
            <a:noFill/>
            <a:miter lim="800000"/>
            <a:headEnd/>
            <a:tailEnd/>
          </a:ln>
          <a:effectLst/>
        </p:spPr>
        <p:txBody>
          <a:bodyPr vert="horz" wrap="square" lIns="94096" tIns="47049" rIns="94096" bIns="4704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1030"/>
          <p:cNvSpPr>
            <a:spLocks noGrp="1" noChangeArrowheads="1"/>
          </p:cNvSpPr>
          <p:nvPr>
            <p:ph type="ftr" sz="quarter" idx="4"/>
          </p:nvPr>
        </p:nvSpPr>
        <p:spPr bwMode="auto">
          <a:xfrm>
            <a:off x="0" y="8921252"/>
            <a:ext cx="3066733" cy="469539"/>
          </a:xfrm>
          <a:prstGeom prst="rect">
            <a:avLst/>
          </a:prstGeom>
          <a:noFill/>
          <a:ln w="9525">
            <a:noFill/>
            <a:miter lim="800000"/>
            <a:headEnd/>
            <a:tailEnd/>
          </a:ln>
          <a:effectLst/>
        </p:spPr>
        <p:txBody>
          <a:bodyPr vert="horz" wrap="square" lIns="94096" tIns="47049" rIns="94096" bIns="47049" numCol="1" anchor="b" anchorCtr="0" compatLnSpc="1">
            <a:prstTxWarp prst="textNoShape">
              <a:avLst/>
            </a:prstTxWarp>
          </a:bodyPr>
          <a:lstStyle>
            <a:lvl1pPr algn="l">
              <a:defRPr sz="1200" smtClean="0"/>
            </a:lvl1pPr>
          </a:lstStyle>
          <a:p>
            <a:pPr>
              <a:defRPr/>
            </a:pPr>
            <a:endParaRPr lang="en-US"/>
          </a:p>
        </p:txBody>
      </p:sp>
      <p:sp>
        <p:nvSpPr>
          <p:cNvPr id="15367" name="Rectangle 1031"/>
          <p:cNvSpPr>
            <a:spLocks noGrp="1" noChangeArrowheads="1"/>
          </p:cNvSpPr>
          <p:nvPr>
            <p:ph type="sldNum" sz="quarter" idx="5"/>
          </p:nvPr>
        </p:nvSpPr>
        <p:spPr bwMode="auto">
          <a:xfrm>
            <a:off x="4010343" y="8921252"/>
            <a:ext cx="3066733" cy="469539"/>
          </a:xfrm>
          <a:prstGeom prst="rect">
            <a:avLst/>
          </a:prstGeom>
          <a:noFill/>
          <a:ln w="9525">
            <a:noFill/>
            <a:miter lim="800000"/>
            <a:headEnd/>
            <a:tailEnd/>
          </a:ln>
          <a:effectLst/>
        </p:spPr>
        <p:txBody>
          <a:bodyPr vert="horz" wrap="square" lIns="94096" tIns="47049" rIns="94096" bIns="47049" numCol="1" anchor="b" anchorCtr="0" compatLnSpc="1">
            <a:prstTxWarp prst="textNoShape">
              <a:avLst/>
            </a:prstTxWarp>
          </a:bodyPr>
          <a:lstStyle>
            <a:lvl1pPr algn="r">
              <a:defRPr sz="1200" smtClean="0"/>
            </a:lvl1pPr>
          </a:lstStyle>
          <a:p>
            <a:pPr>
              <a:defRPr/>
            </a:pPr>
            <a:fld id="{0CB8D491-9511-4988-8060-948D6DEB7FDD}" type="slidenum">
              <a:rPr lang="en-US"/>
              <a:pPr>
                <a:defRPr/>
              </a:pPr>
              <a:t>‹#›</a:t>
            </a:fld>
            <a:endParaRPr lang="en-US"/>
          </a:p>
        </p:txBody>
      </p:sp>
    </p:spTree>
    <p:extLst>
      <p:ext uri="{BB962C8B-B14F-4D97-AF65-F5344CB8AC3E}">
        <p14:creationId xmlns:p14="http://schemas.microsoft.com/office/powerpoint/2010/main" val="5579724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5D89388-5664-4366-8458-995429F6EB94}"/>
              </a:ext>
            </a:extLst>
          </p:cNvPr>
          <p:cNvGrpSpPr/>
          <p:nvPr userDrawn="1"/>
        </p:nvGrpSpPr>
        <p:grpSpPr>
          <a:xfrm>
            <a:off x="-1439" y="3819553"/>
            <a:ext cx="9152450" cy="3039054"/>
            <a:chOff x="-1439" y="3819553"/>
            <a:chExt cx="9152450" cy="3039054"/>
          </a:xfrm>
        </p:grpSpPr>
        <p:sp>
          <p:nvSpPr>
            <p:cNvPr id="3" name="Freeform: Shape 2">
              <a:extLst>
                <a:ext uri="{FF2B5EF4-FFF2-40B4-BE49-F238E27FC236}">
                  <a16:creationId xmlns:a16="http://schemas.microsoft.com/office/drawing/2014/main" id="{F146509B-8876-4313-8AB0-FE7E4E7C9574}"/>
                </a:ext>
              </a:extLst>
            </p:cNvPr>
            <p:cNvSpPr/>
            <p:nvPr userDrawn="1"/>
          </p:nvSpPr>
          <p:spPr bwMode="auto">
            <a:xfrm>
              <a:off x="-1439" y="3873668"/>
              <a:ext cx="9152450" cy="2984939"/>
            </a:xfrm>
            <a:custGeom>
              <a:avLst/>
              <a:gdLst>
                <a:gd name="connsiteX0" fmla="*/ 6824 w 9144000"/>
                <a:gd name="connsiteY0" fmla="*/ 68239 h 4026090"/>
                <a:gd name="connsiteX1" fmla="*/ 3336877 w 9144000"/>
                <a:gd name="connsiteY1" fmla="*/ 0 h 4026090"/>
                <a:gd name="connsiteX2" fmla="*/ 9144000 w 9144000"/>
                <a:gd name="connsiteY2" fmla="*/ 1323833 h 4026090"/>
                <a:gd name="connsiteX3" fmla="*/ 9123528 w 9144000"/>
                <a:gd name="connsiteY3" fmla="*/ 4026090 h 4026090"/>
                <a:gd name="connsiteX4" fmla="*/ 0 w 9144000"/>
                <a:gd name="connsiteY4" fmla="*/ 4019266 h 4026090"/>
                <a:gd name="connsiteX5" fmla="*/ 6824 w 9144000"/>
                <a:gd name="connsiteY5" fmla="*/ 68239 h 4026090"/>
                <a:gd name="connsiteX0" fmla="*/ 6824 w 9144000"/>
                <a:gd name="connsiteY0" fmla="*/ 374179 h 4332030"/>
                <a:gd name="connsiteX1" fmla="*/ 3336877 w 9144000"/>
                <a:gd name="connsiteY1" fmla="*/ 305940 h 4332030"/>
                <a:gd name="connsiteX2" fmla="*/ 9144000 w 9144000"/>
                <a:gd name="connsiteY2" fmla="*/ 1629773 h 4332030"/>
                <a:gd name="connsiteX3" fmla="*/ 9123528 w 9144000"/>
                <a:gd name="connsiteY3" fmla="*/ 4332030 h 4332030"/>
                <a:gd name="connsiteX4" fmla="*/ 0 w 9144000"/>
                <a:gd name="connsiteY4" fmla="*/ 4325206 h 4332030"/>
                <a:gd name="connsiteX5" fmla="*/ 6824 w 9144000"/>
                <a:gd name="connsiteY5" fmla="*/ 374179 h 4332030"/>
                <a:gd name="connsiteX0" fmla="*/ 6824 w 9144000"/>
                <a:gd name="connsiteY0" fmla="*/ 317631 h 4275482"/>
                <a:gd name="connsiteX1" fmla="*/ 3336877 w 9144000"/>
                <a:gd name="connsiteY1" fmla="*/ 249392 h 4275482"/>
                <a:gd name="connsiteX2" fmla="*/ 9144000 w 9144000"/>
                <a:gd name="connsiteY2" fmla="*/ 1573225 h 4275482"/>
                <a:gd name="connsiteX3" fmla="*/ 9123528 w 9144000"/>
                <a:gd name="connsiteY3" fmla="*/ 4275482 h 4275482"/>
                <a:gd name="connsiteX4" fmla="*/ 0 w 9144000"/>
                <a:gd name="connsiteY4" fmla="*/ 4268658 h 4275482"/>
                <a:gd name="connsiteX5" fmla="*/ 6824 w 9144000"/>
                <a:gd name="connsiteY5" fmla="*/ 317631 h 4275482"/>
                <a:gd name="connsiteX0" fmla="*/ 6824 w 9144000"/>
                <a:gd name="connsiteY0" fmla="*/ 137877 h 4095728"/>
                <a:gd name="connsiteX1" fmla="*/ 3336877 w 9144000"/>
                <a:gd name="connsiteY1" fmla="*/ 69638 h 4095728"/>
                <a:gd name="connsiteX2" fmla="*/ 9144000 w 9144000"/>
                <a:gd name="connsiteY2" fmla="*/ 1393471 h 4095728"/>
                <a:gd name="connsiteX3" fmla="*/ 9123528 w 9144000"/>
                <a:gd name="connsiteY3" fmla="*/ 4095728 h 4095728"/>
                <a:gd name="connsiteX4" fmla="*/ 0 w 9144000"/>
                <a:gd name="connsiteY4" fmla="*/ 4088904 h 4095728"/>
                <a:gd name="connsiteX5" fmla="*/ 6824 w 9144000"/>
                <a:gd name="connsiteY5" fmla="*/ 137877 h 4095728"/>
                <a:gd name="connsiteX0" fmla="*/ 27296 w 9144000"/>
                <a:gd name="connsiteY0" fmla="*/ 274409 h 4123078"/>
                <a:gd name="connsiteX1" fmla="*/ 3336877 w 9144000"/>
                <a:gd name="connsiteY1" fmla="*/ 96988 h 4123078"/>
                <a:gd name="connsiteX2" fmla="*/ 9144000 w 9144000"/>
                <a:gd name="connsiteY2" fmla="*/ 1420821 h 4123078"/>
                <a:gd name="connsiteX3" fmla="*/ 9123528 w 9144000"/>
                <a:gd name="connsiteY3" fmla="*/ 4123078 h 4123078"/>
                <a:gd name="connsiteX4" fmla="*/ 0 w 9144000"/>
                <a:gd name="connsiteY4" fmla="*/ 4116254 h 4123078"/>
                <a:gd name="connsiteX5" fmla="*/ 27296 w 9144000"/>
                <a:gd name="connsiteY5" fmla="*/ 274409 h 4123078"/>
                <a:gd name="connsiteX0" fmla="*/ 34120 w 9144000"/>
                <a:gd name="connsiteY0" fmla="*/ 211714 h 4169565"/>
                <a:gd name="connsiteX1" fmla="*/ 3336877 w 9144000"/>
                <a:gd name="connsiteY1" fmla="*/ 143475 h 4169565"/>
                <a:gd name="connsiteX2" fmla="*/ 9144000 w 9144000"/>
                <a:gd name="connsiteY2" fmla="*/ 1467308 h 4169565"/>
                <a:gd name="connsiteX3" fmla="*/ 9123528 w 9144000"/>
                <a:gd name="connsiteY3" fmla="*/ 4169565 h 4169565"/>
                <a:gd name="connsiteX4" fmla="*/ 0 w 9144000"/>
                <a:gd name="connsiteY4" fmla="*/ 4162741 h 4169565"/>
                <a:gd name="connsiteX5" fmla="*/ 34120 w 9144000"/>
                <a:gd name="connsiteY5" fmla="*/ 211714 h 4169565"/>
                <a:gd name="connsiteX0" fmla="*/ 34120 w 9144000"/>
                <a:gd name="connsiteY0" fmla="*/ 143288 h 4101139"/>
                <a:gd name="connsiteX1" fmla="*/ 3336877 w 9144000"/>
                <a:gd name="connsiteY1" fmla="*/ 75049 h 4101139"/>
                <a:gd name="connsiteX2" fmla="*/ 9144000 w 9144000"/>
                <a:gd name="connsiteY2" fmla="*/ 1398882 h 4101139"/>
                <a:gd name="connsiteX3" fmla="*/ 9123528 w 9144000"/>
                <a:gd name="connsiteY3" fmla="*/ 4101139 h 4101139"/>
                <a:gd name="connsiteX4" fmla="*/ 0 w 9144000"/>
                <a:gd name="connsiteY4" fmla="*/ 4094315 h 4101139"/>
                <a:gd name="connsiteX5" fmla="*/ 34120 w 9144000"/>
                <a:gd name="connsiteY5" fmla="*/ 143288 h 4101139"/>
                <a:gd name="connsiteX0" fmla="*/ 34120 w 9144000"/>
                <a:gd name="connsiteY0" fmla="*/ 150007 h 4107858"/>
                <a:gd name="connsiteX1" fmla="*/ 3336877 w 9144000"/>
                <a:gd name="connsiteY1" fmla="*/ 81768 h 4107858"/>
                <a:gd name="connsiteX2" fmla="*/ 9144000 w 9144000"/>
                <a:gd name="connsiteY2" fmla="*/ 1405601 h 4107858"/>
                <a:gd name="connsiteX3" fmla="*/ 9123528 w 9144000"/>
                <a:gd name="connsiteY3" fmla="*/ 4107858 h 4107858"/>
                <a:gd name="connsiteX4" fmla="*/ 0 w 9144000"/>
                <a:gd name="connsiteY4" fmla="*/ 4101034 h 4107858"/>
                <a:gd name="connsiteX5" fmla="*/ 34120 w 9144000"/>
                <a:gd name="connsiteY5" fmla="*/ 150007 h 4107858"/>
                <a:gd name="connsiteX0" fmla="*/ 34120 w 9144000"/>
                <a:gd name="connsiteY0" fmla="*/ 150007 h 4107858"/>
                <a:gd name="connsiteX1" fmla="*/ 3336877 w 9144000"/>
                <a:gd name="connsiteY1" fmla="*/ 81768 h 4107858"/>
                <a:gd name="connsiteX2" fmla="*/ 9144000 w 9144000"/>
                <a:gd name="connsiteY2" fmla="*/ 1405601 h 4107858"/>
                <a:gd name="connsiteX3" fmla="*/ 9123528 w 9144000"/>
                <a:gd name="connsiteY3" fmla="*/ 4107858 h 4107858"/>
                <a:gd name="connsiteX4" fmla="*/ 0 w 9144000"/>
                <a:gd name="connsiteY4" fmla="*/ 4101034 h 4107858"/>
                <a:gd name="connsiteX5" fmla="*/ 34120 w 9144000"/>
                <a:gd name="connsiteY5" fmla="*/ 150007 h 4107858"/>
                <a:gd name="connsiteX0" fmla="*/ 302 w 9151125"/>
                <a:gd name="connsiteY0" fmla="*/ 175397 h 4099128"/>
                <a:gd name="connsiteX1" fmla="*/ 3344002 w 9151125"/>
                <a:gd name="connsiteY1" fmla="*/ 73038 h 4099128"/>
                <a:gd name="connsiteX2" fmla="*/ 9151125 w 9151125"/>
                <a:gd name="connsiteY2" fmla="*/ 1396871 h 4099128"/>
                <a:gd name="connsiteX3" fmla="*/ 9130653 w 9151125"/>
                <a:gd name="connsiteY3" fmla="*/ 4099128 h 4099128"/>
                <a:gd name="connsiteX4" fmla="*/ 7125 w 9151125"/>
                <a:gd name="connsiteY4" fmla="*/ 4092304 h 4099128"/>
                <a:gd name="connsiteX5" fmla="*/ 302 w 9151125"/>
                <a:gd name="connsiteY5" fmla="*/ 175397 h 4099128"/>
                <a:gd name="connsiteX0" fmla="*/ 302 w 9151125"/>
                <a:gd name="connsiteY0" fmla="*/ 180865 h 4104596"/>
                <a:gd name="connsiteX1" fmla="*/ 3344002 w 9151125"/>
                <a:gd name="connsiteY1" fmla="*/ 78506 h 4104596"/>
                <a:gd name="connsiteX2" fmla="*/ 9151125 w 9151125"/>
                <a:gd name="connsiteY2" fmla="*/ 1402339 h 4104596"/>
                <a:gd name="connsiteX3" fmla="*/ 9130653 w 9151125"/>
                <a:gd name="connsiteY3" fmla="*/ 4104596 h 4104596"/>
                <a:gd name="connsiteX4" fmla="*/ 7125 w 9151125"/>
                <a:gd name="connsiteY4" fmla="*/ 4097772 h 4104596"/>
                <a:gd name="connsiteX5" fmla="*/ 302 w 9151125"/>
                <a:gd name="connsiteY5" fmla="*/ 180865 h 4104596"/>
                <a:gd name="connsiteX0" fmla="*/ 302 w 9151125"/>
                <a:gd name="connsiteY0" fmla="*/ 161172 h 4112199"/>
                <a:gd name="connsiteX1" fmla="*/ 3344002 w 9151125"/>
                <a:gd name="connsiteY1" fmla="*/ 86109 h 4112199"/>
                <a:gd name="connsiteX2" fmla="*/ 9151125 w 9151125"/>
                <a:gd name="connsiteY2" fmla="*/ 1409942 h 4112199"/>
                <a:gd name="connsiteX3" fmla="*/ 9130653 w 9151125"/>
                <a:gd name="connsiteY3" fmla="*/ 4112199 h 4112199"/>
                <a:gd name="connsiteX4" fmla="*/ 7125 w 9151125"/>
                <a:gd name="connsiteY4" fmla="*/ 4105375 h 4112199"/>
                <a:gd name="connsiteX5" fmla="*/ 302 w 9151125"/>
                <a:gd name="connsiteY5" fmla="*/ 161172 h 4112199"/>
                <a:gd name="connsiteX0" fmla="*/ 302 w 9146968"/>
                <a:gd name="connsiteY0" fmla="*/ 196157 h 4147184"/>
                <a:gd name="connsiteX1" fmla="*/ 3344002 w 9146968"/>
                <a:gd name="connsiteY1" fmla="*/ 121094 h 4147184"/>
                <a:gd name="connsiteX2" fmla="*/ 9146968 w 9146968"/>
                <a:gd name="connsiteY2" fmla="*/ 1919521 h 4147184"/>
                <a:gd name="connsiteX3" fmla="*/ 9130653 w 9146968"/>
                <a:gd name="connsiteY3" fmla="*/ 4147184 h 4147184"/>
                <a:gd name="connsiteX4" fmla="*/ 7125 w 9146968"/>
                <a:gd name="connsiteY4" fmla="*/ 4140360 h 4147184"/>
                <a:gd name="connsiteX5" fmla="*/ 302 w 9146968"/>
                <a:gd name="connsiteY5" fmla="*/ 196157 h 4147184"/>
                <a:gd name="connsiteX0" fmla="*/ 302 w 9146968"/>
                <a:gd name="connsiteY0" fmla="*/ 196157 h 4147184"/>
                <a:gd name="connsiteX1" fmla="*/ 3344002 w 9146968"/>
                <a:gd name="connsiteY1" fmla="*/ 121094 h 4147184"/>
                <a:gd name="connsiteX2" fmla="*/ 9146968 w 9146968"/>
                <a:gd name="connsiteY2" fmla="*/ 1919521 h 4147184"/>
                <a:gd name="connsiteX3" fmla="*/ 9130653 w 9146968"/>
                <a:gd name="connsiteY3" fmla="*/ 4147184 h 4147184"/>
                <a:gd name="connsiteX4" fmla="*/ 7125 w 9146968"/>
                <a:gd name="connsiteY4" fmla="*/ 4140360 h 4147184"/>
                <a:gd name="connsiteX5" fmla="*/ 302 w 9146968"/>
                <a:gd name="connsiteY5" fmla="*/ 196157 h 4147184"/>
                <a:gd name="connsiteX0" fmla="*/ 302 w 9146968"/>
                <a:gd name="connsiteY0" fmla="*/ 204650 h 4155677"/>
                <a:gd name="connsiteX1" fmla="*/ 3344002 w 9146968"/>
                <a:gd name="connsiteY1" fmla="*/ 129587 h 4155677"/>
                <a:gd name="connsiteX2" fmla="*/ 9146968 w 9146968"/>
                <a:gd name="connsiteY2" fmla="*/ 1928014 h 4155677"/>
                <a:gd name="connsiteX3" fmla="*/ 9130653 w 9146968"/>
                <a:gd name="connsiteY3" fmla="*/ 4155677 h 4155677"/>
                <a:gd name="connsiteX4" fmla="*/ 7125 w 9146968"/>
                <a:gd name="connsiteY4" fmla="*/ 4148853 h 4155677"/>
                <a:gd name="connsiteX5" fmla="*/ 302 w 9146968"/>
                <a:gd name="connsiteY5" fmla="*/ 204650 h 4155677"/>
                <a:gd name="connsiteX0" fmla="*/ 534 w 9147200"/>
                <a:gd name="connsiteY0" fmla="*/ 204650 h 4155677"/>
                <a:gd name="connsiteX1" fmla="*/ 3344234 w 9147200"/>
                <a:gd name="connsiteY1" fmla="*/ 129587 h 4155677"/>
                <a:gd name="connsiteX2" fmla="*/ 9147200 w 9147200"/>
                <a:gd name="connsiteY2" fmla="*/ 1928014 h 4155677"/>
                <a:gd name="connsiteX3" fmla="*/ 9130885 w 9147200"/>
                <a:gd name="connsiteY3" fmla="*/ 4155677 h 4155677"/>
                <a:gd name="connsiteX4" fmla="*/ 1849 w 9147200"/>
                <a:gd name="connsiteY4" fmla="*/ 4148854 h 4155677"/>
                <a:gd name="connsiteX5" fmla="*/ 534 w 9147200"/>
                <a:gd name="connsiteY5" fmla="*/ 204650 h 4155677"/>
                <a:gd name="connsiteX0" fmla="*/ 1439 w 9148105"/>
                <a:gd name="connsiteY0" fmla="*/ 204650 h 4156525"/>
                <a:gd name="connsiteX1" fmla="*/ 3345139 w 9148105"/>
                <a:gd name="connsiteY1" fmla="*/ 129587 h 4156525"/>
                <a:gd name="connsiteX2" fmla="*/ 9148105 w 9148105"/>
                <a:gd name="connsiteY2" fmla="*/ 1928014 h 4156525"/>
                <a:gd name="connsiteX3" fmla="*/ 9131790 w 9148105"/>
                <a:gd name="connsiteY3" fmla="*/ 4155677 h 4156525"/>
                <a:gd name="connsiteX4" fmla="*/ 0 w 9148105"/>
                <a:gd name="connsiteY4" fmla="*/ 4156525 h 4156525"/>
                <a:gd name="connsiteX5" fmla="*/ 1439 w 9148105"/>
                <a:gd name="connsiteY5" fmla="*/ 204650 h 4156525"/>
                <a:gd name="connsiteX0" fmla="*/ 1439 w 9148105"/>
                <a:gd name="connsiteY0" fmla="*/ 204650 h 4156525"/>
                <a:gd name="connsiteX1" fmla="*/ 3345139 w 9148105"/>
                <a:gd name="connsiteY1" fmla="*/ 129587 h 4156525"/>
                <a:gd name="connsiteX2" fmla="*/ 9148105 w 9148105"/>
                <a:gd name="connsiteY2" fmla="*/ 1928014 h 4156525"/>
                <a:gd name="connsiteX3" fmla="*/ 9138464 w 9148105"/>
                <a:gd name="connsiteY3" fmla="*/ 4155677 h 4156525"/>
                <a:gd name="connsiteX4" fmla="*/ 0 w 9148105"/>
                <a:gd name="connsiteY4" fmla="*/ 4156525 h 4156525"/>
                <a:gd name="connsiteX5" fmla="*/ 1439 w 9148105"/>
                <a:gd name="connsiteY5" fmla="*/ 204650 h 4156525"/>
                <a:gd name="connsiteX0" fmla="*/ 1439 w 9152450"/>
                <a:gd name="connsiteY0" fmla="*/ 204650 h 4156525"/>
                <a:gd name="connsiteX1" fmla="*/ 3345139 w 9152450"/>
                <a:gd name="connsiteY1" fmla="*/ 129587 h 4156525"/>
                <a:gd name="connsiteX2" fmla="*/ 9148105 w 9152450"/>
                <a:gd name="connsiteY2" fmla="*/ 1928014 h 4156525"/>
                <a:gd name="connsiteX3" fmla="*/ 9151812 w 9152450"/>
                <a:gd name="connsiteY3" fmla="*/ 4155677 h 4156525"/>
                <a:gd name="connsiteX4" fmla="*/ 0 w 9152450"/>
                <a:gd name="connsiteY4" fmla="*/ 4156525 h 4156525"/>
                <a:gd name="connsiteX5" fmla="*/ 1439 w 9152450"/>
                <a:gd name="connsiteY5" fmla="*/ 204650 h 4156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52450" h="4156525">
                  <a:moveTo>
                    <a:pt x="1439" y="204650"/>
                  </a:moveTo>
                  <a:cubicBezTo>
                    <a:pt x="720179" y="108406"/>
                    <a:pt x="1820695" y="-157640"/>
                    <a:pt x="3345139" y="129587"/>
                  </a:cubicBezTo>
                  <a:cubicBezTo>
                    <a:pt x="4869583" y="416814"/>
                    <a:pt x="8116603" y="1365396"/>
                    <a:pt x="9148105" y="1928014"/>
                  </a:cubicBezTo>
                  <a:cubicBezTo>
                    <a:pt x="9144891" y="2670568"/>
                    <a:pt x="9155026" y="3413123"/>
                    <a:pt x="9151812" y="4155677"/>
                  </a:cubicBezTo>
                  <a:lnTo>
                    <a:pt x="0" y="4156525"/>
                  </a:lnTo>
                  <a:cubicBezTo>
                    <a:pt x="2275" y="2839516"/>
                    <a:pt x="-836" y="1521659"/>
                    <a:pt x="1439" y="204650"/>
                  </a:cubicBezTo>
                  <a:close/>
                </a:path>
              </a:pathLst>
            </a:custGeom>
            <a:solidFill>
              <a:srgbClr val="C5A125"/>
            </a:solidFill>
            <a:ln w="38100" cap="flat" cmpd="sng" algn="ctr">
              <a:no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FF01"/>
                </a:solidFill>
                <a:effectLst/>
                <a:latin typeface="Times New Roman" pitchFamily="18" charset="0"/>
              </a:endParaRPr>
            </a:p>
          </p:txBody>
        </p:sp>
        <p:sp>
          <p:nvSpPr>
            <p:cNvPr id="2" name="Freeform: Shape 1">
              <a:extLst>
                <a:ext uri="{FF2B5EF4-FFF2-40B4-BE49-F238E27FC236}">
                  <a16:creationId xmlns:a16="http://schemas.microsoft.com/office/drawing/2014/main" id="{F93E84F6-CF48-4CAA-9F9D-D90F29C08CAD}"/>
                </a:ext>
              </a:extLst>
            </p:cNvPr>
            <p:cNvSpPr/>
            <p:nvPr userDrawn="1"/>
          </p:nvSpPr>
          <p:spPr bwMode="auto">
            <a:xfrm>
              <a:off x="6818" y="3819553"/>
              <a:ext cx="9144005" cy="1498571"/>
            </a:xfrm>
            <a:custGeom>
              <a:avLst/>
              <a:gdLst>
                <a:gd name="connsiteX0" fmla="*/ 0 w 9144000"/>
                <a:gd name="connsiteY0" fmla="*/ 0 h 1392072"/>
                <a:gd name="connsiteX1" fmla="*/ 9144000 w 9144000"/>
                <a:gd name="connsiteY1" fmla="*/ 1153236 h 1392072"/>
                <a:gd name="connsiteX2" fmla="*/ 9123528 w 9144000"/>
                <a:gd name="connsiteY2" fmla="*/ 1392072 h 1392072"/>
                <a:gd name="connsiteX3" fmla="*/ 0 w 9144000"/>
                <a:gd name="connsiteY3" fmla="*/ 0 h 1392072"/>
                <a:gd name="connsiteX0" fmla="*/ 0 w 9144000"/>
                <a:gd name="connsiteY0" fmla="*/ 0 h 1392072"/>
                <a:gd name="connsiteX1" fmla="*/ 3903260 w 9144000"/>
                <a:gd name="connsiteY1" fmla="*/ 491320 h 1392072"/>
                <a:gd name="connsiteX2" fmla="*/ 9144000 w 9144000"/>
                <a:gd name="connsiteY2" fmla="*/ 1153236 h 1392072"/>
                <a:gd name="connsiteX3" fmla="*/ 9123528 w 9144000"/>
                <a:gd name="connsiteY3" fmla="*/ 1392072 h 1392072"/>
                <a:gd name="connsiteX4" fmla="*/ 0 w 9144000"/>
                <a:gd name="connsiteY4" fmla="*/ 0 h 1392072"/>
                <a:gd name="connsiteX0" fmla="*/ 0 w 9144000"/>
                <a:gd name="connsiteY0" fmla="*/ 0 h 1392072"/>
                <a:gd name="connsiteX1" fmla="*/ 3985146 w 9144000"/>
                <a:gd name="connsiteY1" fmla="*/ 245660 h 1392072"/>
                <a:gd name="connsiteX2" fmla="*/ 9144000 w 9144000"/>
                <a:gd name="connsiteY2" fmla="*/ 1153236 h 1392072"/>
                <a:gd name="connsiteX3" fmla="*/ 9123528 w 9144000"/>
                <a:gd name="connsiteY3" fmla="*/ 1392072 h 1392072"/>
                <a:gd name="connsiteX4" fmla="*/ 0 w 9144000"/>
                <a:gd name="connsiteY4" fmla="*/ 0 h 1392072"/>
                <a:gd name="connsiteX0" fmla="*/ 139062 w 9283062"/>
                <a:gd name="connsiteY0" fmla="*/ 69285 h 1461357"/>
                <a:gd name="connsiteX1" fmla="*/ 4124208 w 9283062"/>
                <a:gd name="connsiteY1" fmla="*/ 314945 h 1461357"/>
                <a:gd name="connsiteX2" fmla="*/ 9283062 w 9283062"/>
                <a:gd name="connsiteY2" fmla="*/ 1222521 h 1461357"/>
                <a:gd name="connsiteX3" fmla="*/ 9262590 w 9283062"/>
                <a:gd name="connsiteY3" fmla="*/ 1461357 h 1461357"/>
                <a:gd name="connsiteX4" fmla="*/ 139062 w 9283062"/>
                <a:gd name="connsiteY4" fmla="*/ 69285 h 1461357"/>
                <a:gd name="connsiteX0" fmla="*/ 143964 w 9287964"/>
                <a:gd name="connsiteY0" fmla="*/ 62819 h 1454891"/>
                <a:gd name="connsiteX1" fmla="*/ 4129110 w 9287964"/>
                <a:gd name="connsiteY1" fmla="*/ 308479 h 1454891"/>
                <a:gd name="connsiteX2" fmla="*/ 9287964 w 9287964"/>
                <a:gd name="connsiteY2" fmla="*/ 1216055 h 1454891"/>
                <a:gd name="connsiteX3" fmla="*/ 9267492 w 9287964"/>
                <a:gd name="connsiteY3" fmla="*/ 1454891 h 1454891"/>
                <a:gd name="connsiteX4" fmla="*/ 143964 w 9287964"/>
                <a:gd name="connsiteY4" fmla="*/ 62819 h 1454891"/>
                <a:gd name="connsiteX0" fmla="*/ 142225 w 9286225"/>
                <a:gd name="connsiteY0" fmla="*/ 107326 h 1499398"/>
                <a:gd name="connsiteX1" fmla="*/ 4175138 w 9286225"/>
                <a:gd name="connsiteY1" fmla="*/ 155093 h 1499398"/>
                <a:gd name="connsiteX2" fmla="*/ 9286225 w 9286225"/>
                <a:gd name="connsiteY2" fmla="*/ 1260562 h 1499398"/>
                <a:gd name="connsiteX3" fmla="*/ 9265753 w 9286225"/>
                <a:gd name="connsiteY3" fmla="*/ 1499398 h 1499398"/>
                <a:gd name="connsiteX4" fmla="*/ 142225 w 9286225"/>
                <a:gd name="connsiteY4" fmla="*/ 107326 h 1499398"/>
                <a:gd name="connsiteX0" fmla="*/ 0 w 9144000"/>
                <a:gd name="connsiteY0" fmla="*/ 24597 h 1416669"/>
                <a:gd name="connsiteX1" fmla="*/ 4032913 w 9144000"/>
                <a:gd name="connsiteY1" fmla="*/ 72364 h 1416669"/>
                <a:gd name="connsiteX2" fmla="*/ 9144000 w 9144000"/>
                <a:gd name="connsiteY2" fmla="*/ 1177833 h 1416669"/>
                <a:gd name="connsiteX3" fmla="*/ 9123528 w 9144000"/>
                <a:gd name="connsiteY3" fmla="*/ 1416669 h 1416669"/>
                <a:gd name="connsiteX4" fmla="*/ 0 w 9144000"/>
                <a:gd name="connsiteY4" fmla="*/ 24597 h 1416669"/>
                <a:gd name="connsiteX0" fmla="*/ 0 w 9144000"/>
                <a:gd name="connsiteY0" fmla="*/ 24597 h 1396197"/>
                <a:gd name="connsiteX1" fmla="*/ 4032913 w 9144000"/>
                <a:gd name="connsiteY1" fmla="*/ 72364 h 1396197"/>
                <a:gd name="connsiteX2" fmla="*/ 9144000 w 9144000"/>
                <a:gd name="connsiteY2" fmla="*/ 1177833 h 1396197"/>
                <a:gd name="connsiteX3" fmla="*/ 9130352 w 9144000"/>
                <a:gd name="connsiteY3" fmla="*/ 1396197 h 1396197"/>
                <a:gd name="connsiteX4" fmla="*/ 0 w 9144000"/>
                <a:gd name="connsiteY4" fmla="*/ 24597 h 1396197"/>
                <a:gd name="connsiteX0" fmla="*/ 0 w 9150823"/>
                <a:gd name="connsiteY0" fmla="*/ 24597 h 1396197"/>
                <a:gd name="connsiteX1" fmla="*/ 4032913 w 9150823"/>
                <a:gd name="connsiteY1" fmla="*/ 72364 h 1396197"/>
                <a:gd name="connsiteX2" fmla="*/ 9144000 w 9150823"/>
                <a:gd name="connsiteY2" fmla="*/ 1177833 h 1396197"/>
                <a:gd name="connsiteX3" fmla="*/ 9150823 w 9150823"/>
                <a:gd name="connsiteY3" fmla="*/ 1396197 h 1396197"/>
                <a:gd name="connsiteX4" fmla="*/ 0 w 9150823"/>
                <a:gd name="connsiteY4" fmla="*/ 24597 h 1396197"/>
                <a:gd name="connsiteX0" fmla="*/ 0 w 9150823"/>
                <a:gd name="connsiteY0" fmla="*/ 86539 h 1458139"/>
                <a:gd name="connsiteX1" fmla="*/ 4026090 w 9150823"/>
                <a:gd name="connsiteY1" fmla="*/ 52419 h 1458139"/>
                <a:gd name="connsiteX2" fmla="*/ 9144000 w 9150823"/>
                <a:gd name="connsiteY2" fmla="*/ 1239775 h 1458139"/>
                <a:gd name="connsiteX3" fmla="*/ 9150823 w 9150823"/>
                <a:gd name="connsiteY3" fmla="*/ 1458139 h 1458139"/>
                <a:gd name="connsiteX4" fmla="*/ 0 w 9150823"/>
                <a:gd name="connsiteY4" fmla="*/ 86539 h 1458139"/>
                <a:gd name="connsiteX0" fmla="*/ 0 w 9150823"/>
                <a:gd name="connsiteY0" fmla="*/ 105764 h 1477364"/>
                <a:gd name="connsiteX1" fmla="*/ 4026090 w 9150823"/>
                <a:gd name="connsiteY1" fmla="*/ 71644 h 1477364"/>
                <a:gd name="connsiteX2" fmla="*/ 9144000 w 9150823"/>
                <a:gd name="connsiteY2" fmla="*/ 1259000 h 1477364"/>
                <a:gd name="connsiteX3" fmla="*/ 9150823 w 9150823"/>
                <a:gd name="connsiteY3" fmla="*/ 1477364 h 1477364"/>
                <a:gd name="connsiteX4" fmla="*/ 0 w 9150823"/>
                <a:gd name="connsiteY4" fmla="*/ 105764 h 1477364"/>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0 w 9150823"/>
                <a:gd name="connsiteY4" fmla="*/ 125409 h 1497009"/>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3753133 w 9150823"/>
                <a:gd name="connsiteY4" fmla="*/ 698617 h 1497009"/>
                <a:gd name="connsiteX5" fmla="*/ 0 w 9150823"/>
                <a:gd name="connsiteY5" fmla="*/ 125409 h 1497009"/>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4005616 w 9150823"/>
                <a:gd name="connsiteY4" fmla="*/ 255065 h 1497009"/>
                <a:gd name="connsiteX5" fmla="*/ 0 w 9150823"/>
                <a:gd name="connsiteY5" fmla="*/ 125409 h 1497009"/>
                <a:gd name="connsiteX0" fmla="*/ 3 w 9150826"/>
                <a:gd name="connsiteY0" fmla="*/ 125409 h 1497009"/>
                <a:gd name="connsiteX1" fmla="*/ 4026093 w 9150826"/>
                <a:gd name="connsiteY1" fmla="*/ 91289 h 1497009"/>
                <a:gd name="connsiteX2" fmla="*/ 9144003 w 9150826"/>
                <a:gd name="connsiteY2" fmla="*/ 1278645 h 1497009"/>
                <a:gd name="connsiteX3" fmla="*/ 9150826 w 9150826"/>
                <a:gd name="connsiteY3" fmla="*/ 1497009 h 1497009"/>
                <a:gd name="connsiteX4" fmla="*/ 4005619 w 9150826"/>
                <a:gd name="connsiteY4" fmla="*/ 255065 h 1497009"/>
                <a:gd name="connsiteX5" fmla="*/ 3 w 9150826"/>
                <a:gd name="connsiteY5" fmla="*/ 125409 h 1497009"/>
                <a:gd name="connsiteX0" fmla="*/ 3 w 9150826"/>
                <a:gd name="connsiteY0" fmla="*/ 125409 h 1497009"/>
                <a:gd name="connsiteX1" fmla="*/ 4026093 w 9150826"/>
                <a:gd name="connsiteY1" fmla="*/ 91289 h 1497009"/>
                <a:gd name="connsiteX2" fmla="*/ 9144003 w 9150826"/>
                <a:gd name="connsiteY2" fmla="*/ 1278645 h 1497009"/>
                <a:gd name="connsiteX3" fmla="*/ 9150826 w 9150826"/>
                <a:gd name="connsiteY3" fmla="*/ 1497009 h 1497009"/>
                <a:gd name="connsiteX4" fmla="*/ 4005619 w 9150826"/>
                <a:gd name="connsiteY4" fmla="*/ 255065 h 1497009"/>
                <a:gd name="connsiteX5" fmla="*/ 3 w 9150826"/>
                <a:gd name="connsiteY5" fmla="*/ 125409 h 1497009"/>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91798 h 1488335"/>
                <a:gd name="connsiteX1" fmla="*/ 3507479 w 9144003"/>
                <a:gd name="connsiteY1" fmla="*/ 62144 h 1488335"/>
                <a:gd name="connsiteX2" fmla="*/ 9144003 w 9144003"/>
                <a:gd name="connsiteY2" fmla="*/ 1345034 h 1488335"/>
                <a:gd name="connsiteX3" fmla="*/ 9144002 w 9144003"/>
                <a:gd name="connsiteY3" fmla="*/ 1488335 h 1488335"/>
                <a:gd name="connsiteX4" fmla="*/ 4005619 w 9144003"/>
                <a:gd name="connsiteY4" fmla="*/ 321454 h 1488335"/>
                <a:gd name="connsiteX5" fmla="*/ 3 w 9144003"/>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78152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202034 h 1498571"/>
                <a:gd name="connsiteX1" fmla="*/ 3507480 w 9144004"/>
                <a:gd name="connsiteY1" fmla="*/ 72380 h 1498571"/>
                <a:gd name="connsiteX2" fmla="*/ 9144004 w 9144004"/>
                <a:gd name="connsiteY2" fmla="*/ 1355270 h 1498571"/>
                <a:gd name="connsiteX3" fmla="*/ 9144003 w 9144004"/>
                <a:gd name="connsiteY3" fmla="*/ 1498571 h 1498571"/>
                <a:gd name="connsiteX4" fmla="*/ 3466533 w 9144004"/>
                <a:gd name="connsiteY4" fmla="*/ 208860 h 1498571"/>
                <a:gd name="connsiteX5" fmla="*/ 4 w 9144004"/>
                <a:gd name="connsiteY5" fmla="*/ 202034 h 1498571"/>
                <a:gd name="connsiteX0" fmla="*/ 5 w 9144005"/>
                <a:gd name="connsiteY0" fmla="*/ 202034 h 1498571"/>
                <a:gd name="connsiteX1" fmla="*/ 3507481 w 9144005"/>
                <a:gd name="connsiteY1" fmla="*/ 72380 h 1498571"/>
                <a:gd name="connsiteX2" fmla="*/ 9144005 w 9144005"/>
                <a:gd name="connsiteY2" fmla="*/ 1355270 h 1498571"/>
                <a:gd name="connsiteX3" fmla="*/ 9144004 w 9144005"/>
                <a:gd name="connsiteY3" fmla="*/ 1498571 h 1498571"/>
                <a:gd name="connsiteX4" fmla="*/ 3466534 w 9144005"/>
                <a:gd name="connsiteY4" fmla="*/ 208860 h 1498571"/>
                <a:gd name="connsiteX5" fmla="*/ 5 w 9144005"/>
                <a:gd name="connsiteY5" fmla="*/ 202034 h 149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5" h="1498571">
                  <a:moveTo>
                    <a:pt x="5" y="202034"/>
                  </a:moveTo>
                  <a:cubicBezTo>
                    <a:pt x="1108886" y="14376"/>
                    <a:pt x="1840180" y="-72059"/>
                    <a:pt x="3507481" y="72380"/>
                  </a:cubicBezTo>
                  <a:cubicBezTo>
                    <a:pt x="5174782" y="216819"/>
                    <a:pt x="8314903" y="1082315"/>
                    <a:pt x="9144005" y="1355270"/>
                  </a:cubicBezTo>
                  <a:cubicBezTo>
                    <a:pt x="9144005" y="1403037"/>
                    <a:pt x="9144004" y="1450804"/>
                    <a:pt x="9144004" y="1498571"/>
                  </a:cubicBezTo>
                  <a:cubicBezTo>
                    <a:pt x="8349022" y="1116433"/>
                    <a:pt x="5202074" y="424950"/>
                    <a:pt x="3466534" y="208860"/>
                  </a:cubicBezTo>
                  <a:cubicBezTo>
                    <a:pt x="1730994" y="-7230"/>
                    <a:pt x="-3407" y="229330"/>
                    <a:pt x="5" y="202034"/>
                  </a:cubicBezTo>
                  <a:close/>
                </a:path>
              </a:pathLst>
            </a:custGeom>
            <a:solidFill>
              <a:srgbClr val="B06C46"/>
            </a:solidFill>
            <a:ln w="38100" cap="flat" cmpd="sng" algn="ctr">
              <a:no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grpSp>
      <p:sp>
        <p:nvSpPr>
          <p:cNvPr id="356442" name="Rectangle 90"/>
          <p:cNvSpPr>
            <a:spLocks noGrp="1" noChangeArrowheads="1"/>
          </p:cNvSpPr>
          <p:nvPr>
            <p:ph type="ctrTitle"/>
          </p:nvPr>
        </p:nvSpPr>
        <p:spPr>
          <a:xfrm>
            <a:off x="369095" y="293725"/>
            <a:ext cx="6933595" cy="763976"/>
          </a:xfrm>
        </p:spPr>
        <p:txBody>
          <a:bodyPr/>
          <a:lstStyle>
            <a:lvl1pPr>
              <a:defRPr b="1">
                <a:solidFill>
                  <a:schemeClr val="tx1"/>
                </a:solidFill>
                <a:latin typeface="Arial Narrow" panose="020B0606020202030204" pitchFamily="34" charset="0"/>
              </a:defRPr>
            </a:lvl1pPr>
          </a:lstStyle>
          <a:p>
            <a:endParaRPr lang="en-US" dirty="0"/>
          </a:p>
        </p:txBody>
      </p:sp>
      <p:sp>
        <p:nvSpPr>
          <p:cNvPr id="356443" name="Rectangle 91"/>
          <p:cNvSpPr>
            <a:spLocks noGrp="1" noChangeArrowheads="1"/>
          </p:cNvSpPr>
          <p:nvPr>
            <p:ph type="subTitle" idx="1"/>
          </p:nvPr>
        </p:nvSpPr>
        <p:spPr>
          <a:xfrm>
            <a:off x="621579" y="4691209"/>
            <a:ext cx="6933595" cy="1294805"/>
          </a:xfrm>
        </p:spPr>
        <p:txBody>
          <a:bodyPr/>
          <a:lstStyle>
            <a:lvl1pPr marL="0" indent="0">
              <a:buFont typeface="Wingdings" pitchFamily="2" charset="2"/>
              <a:buNone/>
              <a:defRPr>
                <a:solidFill>
                  <a:schemeClr val="tx1"/>
                </a:solidFill>
              </a:defRPr>
            </a:lvl1pPr>
          </a:lstStyle>
          <a:p>
            <a:r>
              <a:rPr lang="en-US" dirty="0"/>
              <a:t>Click to edit Master subtitle style</a:t>
            </a:r>
          </a:p>
        </p:txBody>
      </p:sp>
      <p:sp>
        <p:nvSpPr>
          <p:cNvPr id="8" name="TextBox 7">
            <a:extLst>
              <a:ext uri="{FF2B5EF4-FFF2-40B4-BE49-F238E27FC236}">
                <a16:creationId xmlns:a16="http://schemas.microsoft.com/office/drawing/2014/main" id="{9344B213-8811-4496-81E4-31155A1987B2}"/>
              </a:ext>
            </a:extLst>
          </p:cNvPr>
          <p:cNvSpPr txBox="1"/>
          <p:nvPr userDrawn="1"/>
        </p:nvSpPr>
        <p:spPr>
          <a:xfrm>
            <a:off x="6510957" y="6657943"/>
            <a:ext cx="2372765" cy="200055"/>
          </a:xfrm>
          <a:prstGeom prst="rect">
            <a:avLst/>
          </a:prstGeom>
          <a:noFill/>
        </p:spPr>
        <p:txBody>
          <a:bodyPr wrap="none" rtlCol="0">
            <a:spAutoFit/>
          </a:bodyPr>
          <a:lstStyle/>
          <a:p>
            <a:r>
              <a:rPr lang="en-US" sz="700" dirty="0">
                <a:solidFill>
                  <a:schemeClr val="tx2">
                    <a:lumMod val="75000"/>
                  </a:schemeClr>
                </a:solidFill>
                <a:latin typeface="Calibri Light" panose="020F0302020204030204" pitchFamily="34" charset="0"/>
                <a:cs typeface="Calibri Light" panose="020F0302020204030204" pitchFamily="34" charset="0"/>
              </a:rPr>
              <a:t>© Ken Rosen, Performance Works</a:t>
            </a:r>
            <a:r>
              <a:rPr lang="en-US" sz="700" baseline="0" dirty="0">
                <a:solidFill>
                  <a:schemeClr val="tx2">
                    <a:lumMod val="75000"/>
                  </a:schemeClr>
                </a:solidFill>
                <a:latin typeface="Calibri Light" panose="020F0302020204030204" pitchFamily="34" charset="0"/>
                <a:cs typeface="Calibri Light" panose="020F0302020204030204" pitchFamily="34" charset="0"/>
              </a:rPr>
              <a:t> 2020</a:t>
            </a:r>
            <a:r>
              <a:rPr lang="en-US" sz="700" dirty="0">
                <a:solidFill>
                  <a:schemeClr val="tx2">
                    <a:lumMod val="75000"/>
                  </a:schemeClr>
                </a:solidFill>
                <a:latin typeface="Calibri Light" panose="020F0302020204030204" pitchFamily="34" charset="0"/>
                <a:cs typeface="Calibri Light" panose="020F0302020204030204" pitchFamily="34" charset="0"/>
              </a:rPr>
              <a:t>.</a:t>
            </a:r>
            <a:r>
              <a:rPr lang="en-US" sz="700" baseline="0" dirty="0">
                <a:solidFill>
                  <a:schemeClr val="tx2">
                    <a:lumMod val="75000"/>
                  </a:schemeClr>
                </a:solidFill>
                <a:latin typeface="Calibri Light" panose="020F0302020204030204" pitchFamily="34" charset="0"/>
                <a:cs typeface="Calibri Light" panose="020F0302020204030204" pitchFamily="34" charset="0"/>
              </a:rPr>
              <a:t> All Rights Reserved.</a:t>
            </a:r>
            <a:endParaRPr lang="en-US" sz="700" dirty="0">
              <a:solidFill>
                <a:schemeClr val="tx2">
                  <a:lumMod val="75000"/>
                </a:schemeClr>
              </a:solidFill>
              <a:latin typeface="Calibri Light" panose="020F0302020204030204" pitchFamily="34" charset="0"/>
              <a:cs typeface="Calibri Light" panose="020F03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F146509B-8876-4313-8AB0-FE7E4E7C9574}"/>
              </a:ext>
            </a:extLst>
          </p:cNvPr>
          <p:cNvSpPr/>
          <p:nvPr userDrawn="1"/>
        </p:nvSpPr>
        <p:spPr bwMode="auto">
          <a:xfrm>
            <a:off x="-302" y="2737449"/>
            <a:ext cx="9151125" cy="4125664"/>
          </a:xfrm>
          <a:custGeom>
            <a:avLst/>
            <a:gdLst>
              <a:gd name="connsiteX0" fmla="*/ 6824 w 9144000"/>
              <a:gd name="connsiteY0" fmla="*/ 68239 h 4026090"/>
              <a:gd name="connsiteX1" fmla="*/ 3336877 w 9144000"/>
              <a:gd name="connsiteY1" fmla="*/ 0 h 4026090"/>
              <a:gd name="connsiteX2" fmla="*/ 9144000 w 9144000"/>
              <a:gd name="connsiteY2" fmla="*/ 1323833 h 4026090"/>
              <a:gd name="connsiteX3" fmla="*/ 9123528 w 9144000"/>
              <a:gd name="connsiteY3" fmla="*/ 4026090 h 4026090"/>
              <a:gd name="connsiteX4" fmla="*/ 0 w 9144000"/>
              <a:gd name="connsiteY4" fmla="*/ 4019266 h 4026090"/>
              <a:gd name="connsiteX5" fmla="*/ 6824 w 9144000"/>
              <a:gd name="connsiteY5" fmla="*/ 68239 h 4026090"/>
              <a:gd name="connsiteX0" fmla="*/ 6824 w 9144000"/>
              <a:gd name="connsiteY0" fmla="*/ 374179 h 4332030"/>
              <a:gd name="connsiteX1" fmla="*/ 3336877 w 9144000"/>
              <a:gd name="connsiteY1" fmla="*/ 305940 h 4332030"/>
              <a:gd name="connsiteX2" fmla="*/ 9144000 w 9144000"/>
              <a:gd name="connsiteY2" fmla="*/ 1629773 h 4332030"/>
              <a:gd name="connsiteX3" fmla="*/ 9123528 w 9144000"/>
              <a:gd name="connsiteY3" fmla="*/ 4332030 h 4332030"/>
              <a:gd name="connsiteX4" fmla="*/ 0 w 9144000"/>
              <a:gd name="connsiteY4" fmla="*/ 4325206 h 4332030"/>
              <a:gd name="connsiteX5" fmla="*/ 6824 w 9144000"/>
              <a:gd name="connsiteY5" fmla="*/ 374179 h 4332030"/>
              <a:gd name="connsiteX0" fmla="*/ 6824 w 9144000"/>
              <a:gd name="connsiteY0" fmla="*/ 317631 h 4275482"/>
              <a:gd name="connsiteX1" fmla="*/ 3336877 w 9144000"/>
              <a:gd name="connsiteY1" fmla="*/ 249392 h 4275482"/>
              <a:gd name="connsiteX2" fmla="*/ 9144000 w 9144000"/>
              <a:gd name="connsiteY2" fmla="*/ 1573225 h 4275482"/>
              <a:gd name="connsiteX3" fmla="*/ 9123528 w 9144000"/>
              <a:gd name="connsiteY3" fmla="*/ 4275482 h 4275482"/>
              <a:gd name="connsiteX4" fmla="*/ 0 w 9144000"/>
              <a:gd name="connsiteY4" fmla="*/ 4268658 h 4275482"/>
              <a:gd name="connsiteX5" fmla="*/ 6824 w 9144000"/>
              <a:gd name="connsiteY5" fmla="*/ 317631 h 4275482"/>
              <a:gd name="connsiteX0" fmla="*/ 6824 w 9144000"/>
              <a:gd name="connsiteY0" fmla="*/ 137877 h 4095728"/>
              <a:gd name="connsiteX1" fmla="*/ 3336877 w 9144000"/>
              <a:gd name="connsiteY1" fmla="*/ 69638 h 4095728"/>
              <a:gd name="connsiteX2" fmla="*/ 9144000 w 9144000"/>
              <a:gd name="connsiteY2" fmla="*/ 1393471 h 4095728"/>
              <a:gd name="connsiteX3" fmla="*/ 9123528 w 9144000"/>
              <a:gd name="connsiteY3" fmla="*/ 4095728 h 4095728"/>
              <a:gd name="connsiteX4" fmla="*/ 0 w 9144000"/>
              <a:gd name="connsiteY4" fmla="*/ 4088904 h 4095728"/>
              <a:gd name="connsiteX5" fmla="*/ 6824 w 9144000"/>
              <a:gd name="connsiteY5" fmla="*/ 137877 h 4095728"/>
              <a:gd name="connsiteX0" fmla="*/ 27296 w 9144000"/>
              <a:gd name="connsiteY0" fmla="*/ 274409 h 4123078"/>
              <a:gd name="connsiteX1" fmla="*/ 3336877 w 9144000"/>
              <a:gd name="connsiteY1" fmla="*/ 96988 h 4123078"/>
              <a:gd name="connsiteX2" fmla="*/ 9144000 w 9144000"/>
              <a:gd name="connsiteY2" fmla="*/ 1420821 h 4123078"/>
              <a:gd name="connsiteX3" fmla="*/ 9123528 w 9144000"/>
              <a:gd name="connsiteY3" fmla="*/ 4123078 h 4123078"/>
              <a:gd name="connsiteX4" fmla="*/ 0 w 9144000"/>
              <a:gd name="connsiteY4" fmla="*/ 4116254 h 4123078"/>
              <a:gd name="connsiteX5" fmla="*/ 27296 w 9144000"/>
              <a:gd name="connsiteY5" fmla="*/ 274409 h 4123078"/>
              <a:gd name="connsiteX0" fmla="*/ 34120 w 9144000"/>
              <a:gd name="connsiteY0" fmla="*/ 211714 h 4169565"/>
              <a:gd name="connsiteX1" fmla="*/ 3336877 w 9144000"/>
              <a:gd name="connsiteY1" fmla="*/ 143475 h 4169565"/>
              <a:gd name="connsiteX2" fmla="*/ 9144000 w 9144000"/>
              <a:gd name="connsiteY2" fmla="*/ 1467308 h 4169565"/>
              <a:gd name="connsiteX3" fmla="*/ 9123528 w 9144000"/>
              <a:gd name="connsiteY3" fmla="*/ 4169565 h 4169565"/>
              <a:gd name="connsiteX4" fmla="*/ 0 w 9144000"/>
              <a:gd name="connsiteY4" fmla="*/ 4162741 h 4169565"/>
              <a:gd name="connsiteX5" fmla="*/ 34120 w 9144000"/>
              <a:gd name="connsiteY5" fmla="*/ 211714 h 4169565"/>
              <a:gd name="connsiteX0" fmla="*/ 34120 w 9144000"/>
              <a:gd name="connsiteY0" fmla="*/ 143288 h 4101139"/>
              <a:gd name="connsiteX1" fmla="*/ 3336877 w 9144000"/>
              <a:gd name="connsiteY1" fmla="*/ 75049 h 4101139"/>
              <a:gd name="connsiteX2" fmla="*/ 9144000 w 9144000"/>
              <a:gd name="connsiteY2" fmla="*/ 1398882 h 4101139"/>
              <a:gd name="connsiteX3" fmla="*/ 9123528 w 9144000"/>
              <a:gd name="connsiteY3" fmla="*/ 4101139 h 4101139"/>
              <a:gd name="connsiteX4" fmla="*/ 0 w 9144000"/>
              <a:gd name="connsiteY4" fmla="*/ 4094315 h 4101139"/>
              <a:gd name="connsiteX5" fmla="*/ 34120 w 9144000"/>
              <a:gd name="connsiteY5" fmla="*/ 143288 h 4101139"/>
              <a:gd name="connsiteX0" fmla="*/ 34120 w 9144000"/>
              <a:gd name="connsiteY0" fmla="*/ 150007 h 4107858"/>
              <a:gd name="connsiteX1" fmla="*/ 3336877 w 9144000"/>
              <a:gd name="connsiteY1" fmla="*/ 81768 h 4107858"/>
              <a:gd name="connsiteX2" fmla="*/ 9144000 w 9144000"/>
              <a:gd name="connsiteY2" fmla="*/ 1405601 h 4107858"/>
              <a:gd name="connsiteX3" fmla="*/ 9123528 w 9144000"/>
              <a:gd name="connsiteY3" fmla="*/ 4107858 h 4107858"/>
              <a:gd name="connsiteX4" fmla="*/ 0 w 9144000"/>
              <a:gd name="connsiteY4" fmla="*/ 4101034 h 4107858"/>
              <a:gd name="connsiteX5" fmla="*/ 34120 w 9144000"/>
              <a:gd name="connsiteY5" fmla="*/ 150007 h 4107858"/>
              <a:gd name="connsiteX0" fmla="*/ 34120 w 9144000"/>
              <a:gd name="connsiteY0" fmla="*/ 150007 h 4107858"/>
              <a:gd name="connsiteX1" fmla="*/ 3336877 w 9144000"/>
              <a:gd name="connsiteY1" fmla="*/ 81768 h 4107858"/>
              <a:gd name="connsiteX2" fmla="*/ 9144000 w 9144000"/>
              <a:gd name="connsiteY2" fmla="*/ 1405601 h 4107858"/>
              <a:gd name="connsiteX3" fmla="*/ 9123528 w 9144000"/>
              <a:gd name="connsiteY3" fmla="*/ 4107858 h 4107858"/>
              <a:gd name="connsiteX4" fmla="*/ 0 w 9144000"/>
              <a:gd name="connsiteY4" fmla="*/ 4101034 h 4107858"/>
              <a:gd name="connsiteX5" fmla="*/ 34120 w 9144000"/>
              <a:gd name="connsiteY5" fmla="*/ 150007 h 4107858"/>
              <a:gd name="connsiteX0" fmla="*/ 302 w 9151125"/>
              <a:gd name="connsiteY0" fmla="*/ 175397 h 4099128"/>
              <a:gd name="connsiteX1" fmla="*/ 3344002 w 9151125"/>
              <a:gd name="connsiteY1" fmla="*/ 73038 h 4099128"/>
              <a:gd name="connsiteX2" fmla="*/ 9151125 w 9151125"/>
              <a:gd name="connsiteY2" fmla="*/ 1396871 h 4099128"/>
              <a:gd name="connsiteX3" fmla="*/ 9130653 w 9151125"/>
              <a:gd name="connsiteY3" fmla="*/ 4099128 h 4099128"/>
              <a:gd name="connsiteX4" fmla="*/ 7125 w 9151125"/>
              <a:gd name="connsiteY4" fmla="*/ 4092304 h 4099128"/>
              <a:gd name="connsiteX5" fmla="*/ 302 w 9151125"/>
              <a:gd name="connsiteY5" fmla="*/ 175397 h 4099128"/>
              <a:gd name="connsiteX0" fmla="*/ 302 w 9151125"/>
              <a:gd name="connsiteY0" fmla="*/ 180865 h 4104596"/>
              <a:gd name="connsiteX1" fmla="*/ 3344002 w 9151125"/>
              <a:gd name="connsiteY1" fmla="*/ 78506 h 4104596"/>
              <a:gd name="connsiteX2" fmla="*/ 9151125 w 9151125"/>
              <a:gd name="connsiteY2" fmla="*/ 1402339 h 4104596"/>
              <a:gd name="connsiteX3" fmla="*/ 9130653 w 9151125"/>
              <a:gd name="connsiteY3" fmla="*/ 4104596 h 4104596"/>
              <a:gd name="connsiteX4" fmla="*/ 7125 w 9151125"/>
              <a:gd name="connsiteY4" fmla="*/ 4097772 h 4104596"/>
              <a:gd name="connsiteX5" fmla="*/ 302 w 9151125"/>
              <a:gd name="connsiteY5" fmla="*/ 180865 h 4104596"/>
              <a:gd name="connsiteX0" fmla="*/ 302 w 9151125"/>
              <a:gd name="connsiteY0" fmla="*/ 161172 h 4112199"/>
              <a:gd name="connsiteX1" fmla="*/ 3344002 w 9151125"/>
              <a:gd name="connsiteY1" fmla="*/ 86109 h 4112199"/>
              <a:gd name="connsiteX2" fmla="*/ 9151125 w 9151125"/>
              <a:gd name="connsiteY2" fmla="*/ 1409942 h 4112199"/>
              <a:gd name="connsiteX3" fmla="*/ 9130653 w 9151125"/>
              <a:gd name="connsiteY3" fmla="*/ 4112199 h 4112199"/>
              <a:gd name="connsiteX4" fmla="*/ 7125 w 9151125"/>
              <a:gd name="connsiteY4" fmla="*/ 4105375 h 4112199"/>
              <a:gd name="connsiteX5" fmla="*/ 302 w 9151125"/>
              <a:gd name="connsiteY5" fmla="*/ 161172 h 4112199"/>
              <a:gd name="connsiteX0" fmla="*/ 302 w 9151125"/>
              <a:gd name="connsiteY0" fmla="*/ 161172 h 4106234"/>
              <a:gd name="connsiteX1" fmla="*/ 3344002 w 9151125"/>
              <a:gd name="connsiteY1" fmla="*/ 86109 h 4106234"/>
              <a:gd name="connsiteX2" fmla="*/ 9151125 w 9151125"/>
              <a:gd name="connsiteY2" fmla="*/ 1409942 h 4106234"/>
              <a:gd name="connsiteX3" fmla="*/ 9148582 w 9151125"/>
              <a:gd name="connsiteY3" fmla="*/ 4106234 h 4106234"/>
              <a:gd name="connsiteX4" fmla="*/ 7125 w 9151125"/>
              <a:gd name="connsiteY4" fmla="*/ 4105375 h 4106234"/>
              <a:gd name="connsiteX5" fmla="*/ 302 w 9151125"/>
              <a:gd name="connsiteY5" fmla="*/ 161172 h 4106234"/>
              <a:gd name="connsiteX0" fmla="*/ 302 w 9151125"/>
              <a:gd name="connsiteY0" fmla="*/ 161172 h 4112198"/>
              <a:gd name="connsiteX1" fmla="*/ 3344002 w 9151125"/>
              <a:gd name="connsiteY1" fmla="*/ 86109 h 4112198"/>
              <a:gd name="connsiteX2" fmla="*/ 9151125 w 9151125"/>
              <a:gd name="connsiteY2" fmla="*/ 1409942 h 4112198"/>
              <a:gd name="connsiteX3" fmla="*/ 9148582 w 9151125"/>
              <a:gd name="connsiteY3" fmla="*/ 4112198 h 4112198"/>
              <a:gd name="connsiteX4" fmla="*/ 7125 w 9151125"/>
              <a:gd name="connsiteY4" fmla="*/ 4105375 h 4112198"/>
              <a:gd name="connsiteX5" fmla="*/ 302 w 9151125"/>
              <a:gd name="connsiteY5" fmla="*/ 161172 h 4112198"/>
              <a:gd name="connsiteX0" fmla="*/ 302 w 9151125"/>
              <a:gd name="connsiteY0" fmla="*/ 161172 h 4117304"/>
              <a:gd name="connsiteX1" fmla="*/ 3344002 w 9151125"/>
              <a:gd name="connsiteY1" fmla="*/ 86109 h 4117304"/>
              <a:gd name="connsiteX2" fmla="*/ 9151125 w 9151125"/>
              <a:gd name="connsiteY2" fmla="*/ 1409942 h 4117304"/>
              <a:gd name="connsiteX3" fmla="*/ 9148582 w 9151125"/>
              <a:gd name="connsiteY3" fmla="*/ 4112198 h 4117304"/>
              <a:gd name="connsiteX4" fmla="*/ 7125 w 9151125"/>
              <a:gd name="connsiteY4" fmla="*/ 4117304 h 4117304"/>
              <a:gd name="connsiteX5" fmla="*/ 302 w 9151125"/>
              <a:gd name="connsiteY5" fmla="*/ 161172 h 4117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51125" h="4117304">
                <a:moveTo>
                  <a:pt x="302" y="161172"/>
                </a:moveTo>
                <a:cubicBezTo>
                  <a:pt x="706573" y="105443"/>
                  <a:pt x="1818865" y="-122019"/>
                  <a:pt x="3344002" y="86109"/>
                </a:cubicBezTo>
                <a:cubicBezTo>
                  <a:pt x="4869139" y="294237"/>
                  <a:pt x="8132092" y="957291"/>
                  <a:pt x="9151125" y="1409942"/>
                </a:cubicBezTo>
                <a:cubicBezTo>
                  <a:pt x="9150277" y="2308706"/>
                  <a:pt x="9149430" y="3213434"/>
                  <a:pt x="9148582" y="4112198"/>
                </a:cubicBezTo>
                <a:lnTo>
                  <a:pt x="7125" y="4117304"/>
                </a:lnTo>
                <a:cubicBezTo>
                  <a:pt x="9400" y="2800295"/>
                  <a:pt x="-1973" y="1478181"/>
                  <a:pt x="302" y="161172"/>
                </a:cubicBezTo>
                <a:close/>
              </a:path>
            </a:pathLst>
          </a:custGeom>
          <a:solidFill>
            <a:srgbClr val="C5A125"/>
          </a:solidFill>
          <a:ln w="38100" cap="flat" cmpd="sng" algn="ctr">
            <a:no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FFFF01"/>
              </a:solidFill>
              <a:effectLst/>
              <a:latin typeface="Times New Roman" pitchFamily="18" charset="0"/>
            </a:endParaRPr>
          </a:p>
        </p:txBody>
      </p:sp>
      <p:sp>
        <p:nvSpPr>
          <p:cNvPr id="356442" name="Rectangle 90"/>
          <p:cNvSpPr>
            <a:spLocks noGrp="1" noChangeArrowheads="1"/>
          </p:cNvSpPr>
          <p:nvPr>
            <p:ph type="ctrTitle"/>
          </p:nvPr>
        </p:nvSpPr>
        <p:spPr>
          <a:xfrm>
            <a:off x="369095" y="293725"/>
            <a:ext cx="6933595" cy="763976"/>
          </a:xfrm>
        </p:spPr>
        <p:txBody>
          <a:bodyPr/>
          <a:lstStyle>
            <a:lvl1pPr>
              <a:defRPr b="1">
                <a:solidFill>
                  <a:schemeClr val="tx1"/>
                </a:solidFill>
                <a:latin typeface="Arial Narrow" panose="020B0606020202030204" pitchFamily="34" charset="0"/>
              </a:defRPr>
            </a:lvl1pPr>
          </a:lstStyle>
          <a:p>
            <a:endParaRPr lang="en-US" dirty="0"/>
          </a:p>
        </p:txBody>
      </p:sp>
      <p:sp>
        <p:nvSpPr>
          <p:cNvPr id="356443" name="Rectangle 91"/>
          <p:cNvSpPr>
            <a:spLocks noGrp="1" noChangeArrowheads="1"/>
          </p:cNvSpPr>
          <p:nvPr>
            <p:ph type="subTitle" idx="1"/>
          </p:nvPr>
        </p:nvSpPr>
        <p:spPr>
          <a:xfrm>
            <a:off x="621579" y="4202374"/>
            <a:ext cx="6933595" cy="1294805"/>
          </a:xfrm>
        </p:spPr>
        <p:txBody>
          <a:bodyPr/>
          <a:lstStyle>
            <a:lvl1pPr marL="0" indent="0">
              <a:buFont typeface="Wingdings" pitchFamily="2" charset="2"/>
              <a:buNone/>
              <a:defRPr>
                <a:solidFill>
                  <a:schemeClr val="tx1"/>
                </a:solidFill>
              </a:defRPr>
            </a:lvl1pPr>
          </a:lstStyle>
          <a:p>
            <a:r>
              <a:rPr lang="en-US" dirty="0"/>
              <a:t>Click to edit Master subtitle style</a:t>
            </a:r>
          </a:p>
        </p:txBody>
      </p:sp>
      <p:sp>
        <p:nvSpPr>
          <p:cNvPr id="2" name="Freeform: Shape 1">
            <a:extLst>
              <a:ext uri="{FF2B5EF4-FFF2-40B4-BE49-F238E27FC236}">
                <a16:creationId xmlns:a16="http://schemas.microsoft.com/office/drawing/2014/main" id="{F93E84F6-CF48-4CAA-9F9D-D90F29C08CAD}"/>
              </a:ext>
            </a:extLst>
          </p:cNvPr>
          <p:cNvSpPr/>
          <p:nvPr userDrawn="1"/>
        </p:nvSpPr>
        <p:spPr bwMode="auto">
          <a:xfrm>
            <a:off x="6818" y="2698112"/>
            <a:ext cx="9144005" cy="1498571"/>
          </a:xfrm>
          <a:custGeom>
            <a:avLst/>
            <a:gdLst>
              <a:gd name="connsiteX0" fmla="*/ 0 w 9144000"/>
              <a:gd name="connsiteY0" fmla="*/ 0 h 1392072"/>
              <a:gd name="connsiteX1" fmla="*/ 9144000 w 9144000"/>
              <a:gd name="connsiteY1" fmla="*/ 1153236 h 1392072"/>
              <a:gd name="connsiteX2" fmla="*/ 9123528 w 9144000"/>
              <a:gd name="connsiteY2" fmla="*/ 1392072 h 1392072"/>
              <a:gd name="connsiteX3" fmla="*/ 0 w 9144000"/>
              <a:gd name="connsiteY3" fmla="*/ 0 h 1392072"/>
              <a:gd name="connsiteX0" fmla="*/ 0 w 9144000"/>
              <a:gd name="connsiteY0" fmla="*/ 0 h 1392072"/>
              <a:gd name="connsiteX1" fmla="*/ 3903260 w 9144000"/>
              <a:gd name="connsiteY1" fmla="*/ 491320 h 1392072"/>
              <a:gd name="connsiteX2" fmla="*/ 9144000 w 9144000"/>
              <a:gd name="connsiteY2" fmla="*/ 1153236 h 1392072"/>
              <a:gd name="connsiteX3" fmla="*/ 9123528 w 9144000"/>
              <a:gd name="connsiteY3" fmla="*/ 1392072 h 1392072"/>
              <a:gd name="connsiteX4" fmla="*/ 0 w 9144000"/>
              <a:gd name="connsiteY4" fmla="*/ 0 h 1392072"/>
              <a:gd name="connsiteX0" fmla="*/ 0 w 9144000"/>
              <a:gd name="connsiteY0" fmla="*/ 0 h 1392072"/>
              <a:gd name="connsiteX1" fmla="*/ 3985146 w 9144000"/>
              <a:gd name="connsiteY1" fmla="*/ 245660 h 1392072"/>
              <a:gd name="connsiteX2" fmla="*/ 9144000 w 9144000"/>
              <a:gd name="connsiteY2" fmla="*/ 1153236 h 1392072"/>
              <a:gd name="connsiteX3" fmla="*/ 9123528 w 9144000"/>
              <a:gd name="connsiteY3" fmla="*/ 1392072 h 1392072"/>
              <a:gd name="connsiteX4" fmla="*/ 0 w 9144000"/>
              <a:gd name="connsiteY4" fmla="*/ 0 h 1392072"/>
              <a:gd name="connsiteX0" fmla="*/ 139062 w 9283062"/>
              <a:gd name="connsiteY0" fmla="*/ 69285 h 1461357"/>
              <a:gd name="connsiteX1" fmla="*/ 4124208 w 9283062"/>
              <a:gd name="connsiteY1" fmla="*/ 314945 h 1461357"/>
              <a:gd name="connsiteX2" fmla="*/ 9283062 w 9283062"/>
              <a:gd name="connsiteY2" fmla="*/ 1222521 h 1461357"/>
              <a:gd name="connsiteX3" fmla="*/ 9262590 w 9283062"/>
              <a:gd name="connsiteY3" fmla="*/ 1461357 h 1461357"/>
              <a:gd name="connsiteX4" fmla="*/ 139062 w 9283062"/>
              <a:gd name="connsiteY4" fmla="*/ 69285 h 1461357"/>
              <a:gd name="connsiteX0" fmla="*/ 143964 w 9287964"/>
              <a:gd name="connsiteY0" fmla="*/ 62819 h 1454891"/>
              <a:gd name="connsiteX1" fmla="*/ 4129110 w 9287964"/>
              <a:gd name="connsiteY1" fmla="*/ 308479 h 1454891"/>
              <a:gd name="connsiteX2" fmla="*/ 9287964 w 9287964"/>
              <a:gd name="connsiteY2" fmla="*/ 1216055 h 1454891"/>
              <a:gd name="connsiteX3" fmla="*/ 9267492 w 9287964"/>
              <a:gd name="connsiteY3" fmla="*/ 1454891 h 1454891"/>
              <a:gd name="connsiteX4" fmla="*/ 143964 w 9287964"/>
              <a:gd name="connsiteY4" fmla="*/ 62819 h 1454891"/>
              <a:gd name="connsiteX0" fmla="*/ 142225 w 9286225"/>
              <a:gd name="connsiteY0" fmla="*/ 107326 h 1499398"/>
              <a:gd name="connsiteX1" fmla="*/ 4175138 w 9286225"/>
              <a:gd name="connsiteY1" fmla="*/ 155093 h 1499398"/>
              <a:gd name="connsiteX2" fmla="*/ 9286225 w 9286225"/>
              <a:gd name="connsiteY2" fmla="*/ 1260562 h 1499398"/>
              <a:gd name="connsiteX3" fmla="*/ 9265753 w 9286225"/>
              <a:gd name="connsiteY3" fmla="*/ 1499398 h 1499398"/>
              <a:gd name="connsiteX4" fmla="*/ 142225 w 9286225"/>
              <a:gd name="connsiteY4" fmla="*/ 107326 h 1499398"/>
              <a:gd name="connsiteX0" fmla="*/ 0 w 9144000"/>
              <a:gd name="connsiteY0" fmla="*/ 24597 h 1416669"/>
              <a:gd name="connsiteX1" fmla="*/ 4032913 w 9144000"/>
              <a:gd name="connsiteY1" fmla="*/ 72364 h 1416669"/>
              <a:gd name="connsiteX2" fmla="*/ 9144000 w 9144000"/>
              <a:gd name="connsiteY2" fmla="*/ 1177833 h 1416669"/>
              <a:gd name="connsiteX3" fmla="*/ 9123528 w 9144000"/>
              <a:gd name="connsiteY3" fmla="*/ 1416669 h 1416669"/>
              <a:gd name="connsiteX4" fmla="*/ 0 w 9144000"/>
              <a:gd name="connsiteY4" fmla="*/ 24597 h 1416669"/>
              <a:gd name="connsiteX0" fmla="*/ 0 w 9144000"/>
              <a:gd name="connsiteY0" fmla="*/ 24597 h 1396197"/>
              <a:gd name="connsiteX1" fmla="*/ 4032913 w 9144000"/>
              <a:gd name="connsiteY1" fmla="*/ 72364 h 1396197"/>
              <a:gd name="connsiteX2" fmla="*/ 9144000 w 9144000"/>
              <a:gd name="connsiteY2" fmla="*/ 1177833 h 1396197"/>
              <a:gd name="connsiteX3" fmla="*/ 9130352 w 9144000"/>
              <a:gd name="connsiteY3" fmla="*/ 1396197 h 1396197"/>
              <a:gd name="connsiteX4" fmla="*/ 0 w 9144000"/>
              <a:gd name="connsiteY4" fmla="*/ 24597 h 1396197"/>
              <a:gd name="connsiteX0" fmla="*/ 0 w 9150823"/>
              <a:gd name="connsiteY0" fmla="*/ 24597 h 1396197"/>
              <a:gd name="connsiteX1" fmla="*/ 4032913 w 9150823"/>
              <a:gd name="connsiteY1" fmla="*/ 72364 h 1396197"/>
              <a:gd name="connsiteX2" fmla="*/ 9144000 w 9150823"/>
              <a:gd name="connsiteY2" fmla="*/ 1177833 h 1396197"/>
              <a:gd name="connsiteX3" fmla="*/ 9150823 w 9150823"/>
              <a:gd name="connsiteY3" fmla="*/ 1396197 h 1396197"/>
              <a:gd name="connsiteX4" fmla="*/ 0 w 9150823"/>
              <a:gd name="connsiteY4" fmla="*/ 24597 h 1396197"/>
              <a:gd name="connsiteX0" fmla="*/ 0 w 9150823"/>
              <a:gd name="connsiteY0" fmla="*/ 86539 h 1458139"/>
              <a:gd name="connsiteX1" fmla="*/ 4026090 w 9150823"/>
              <a:gd name="connsiteY1" fmla="*/ 52419 h 1458139"/>
              <a:gd name="connsiteX2" fmla="*/ 9144000 w 9150823"/>
              <a:gd name="connsiteY2" fmla="*/ 1239775 h 1458139"/>
              <a:gd name="connsiteX3" fmla="*/ 9150823 w 9150823"/>
              <a:gd name="connsiteY3" fmla="*/ 1458139 h 1458139"/>
              <a:gd name="connsiteX4" fmla="*/ 0 w 9150823"/>
              <a:gd name="connsiteY4" fmla="*/ 86539 h 1458139"/>
              <a:gd name="connsiteX0" fmla="*/ 0 w 9150823"/>
              <a:gd name="connsiteY0" fmla="*/ 105764 h 1477364"/>
              <a:gd name="connsiteX1" fmla="*/ 4026090 w 9150823"/>
              <a:gd name="connsiteY1" fmla="*/ 71644 h 1477364"/>
              <a:gd name="connsiteX2" fmla="*/ 9144000 w 9150823"/>
              <a:gd name="connsiteY2" fmla="*/ 1259000 h 1477364"/>
              <a:gd name="connsiteX3" fmla="*/ 9150823 w 9150823"/>
              <a:gd name="connsiteY3" fmla="*/ 1477364 h 1477364"/>
              <a:gd name="connsiteX4" fmla="*/ 0 w 9150823"/>
              <a:gd name="connsiteY4" fmla="*/ 105764 h 1477364"/>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0 w 9150823"/>
              <a:gd name="connsiteY4" fmla="*/ 125409 h 1497009"/>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3753133 w 9150823"/>
              <a:gd name="connsiteY4" fmla="*/ 698617 h 1497009"/>
              <a:gd name="connsiteX5" fmla="*/ 0 w 9150823"/>
              <a:gd name="connsiteY5" fmla="*/ 125409 h 1497009"/>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4005616 w 9150823"/>
              <a:gd name="connsiteY4" fmla="*/ 255065 h 1497009"/>
              <a:gd name="connsiteX5" fmla="*/ 0 w 9150823"/>
              <a:gd name="connsiteY5" fmla="*/ 125409 h 1497009"/>
              <a:gd name="connsiteX0" fmla="*/ 3 w 9150826"/>
              <a:gd name="connsiteY0" fmla="*/ 125409 h 1497009"/>
              <a:gd name="connsiteX1" fmla="*/ 4026093 w 9150826"/>
              <a:gd name="connsiteY1" fmla="*/ 91289 h 1497009"/>
              <a:gd name="connsiteX2" fmla="*/ 9144003 w 9150826"/>
              <a:gd name="connsiteY2" fmla="*/ 1278645 h 1497009"/>
              <a:gd name="connsiteX3" fmla="*/ 9150826 w 9150826"/>
              <a:gd name="connsiteY3" fmla="*/ 1497009 h 1497009"/>
              <a:gd name="connsiteX4" fmla="*/ 4005619 w 9150826"/>
              <a:gd name="connsiteY4" fmla="*/ 255065 h 1497009"/>
              <a:gd name="connsiteX5" fmla="*/ 3 w 9150826"/>
              <a:gd name="connsiteY5" fmla="*/ 125409 h 1497009"/>
              <a:gd name="connsiteX0" fmla="*/ 3 w 9150826"/>
              <a:gd name="connsiteY0" fmla="*/ 125409 h 1497009"/>
              <a:gd name="connsiteX1" fmla="*/ 4026093 w 9150826"/>
              <a:gd name="connsiteY1" fmla="*/ 91289 h 1497009"/>
              <a:gd name="connsiteX2" fmla="*/ 9144003 w 9150826"/>
              <a:gd name="connsiteY2" fmla="*/ 1278645 h 1497009"/>
              <a:gd name="connsiteX3" fmla="*/ 9150826 w 9150826"/>
              <a:gd name="connsiteY3" fmla="*/ 1497009 h 1497009"/>
              <a:gd name="connsiteX4" fmla="*/ 4005619 w 9150826"/>
              <a:gd name="connsiteY4" fmla="*/ 255065 h 1497009"/>
              <a:gd name="connsiteX5" fmla="*/ 3 w 9150826"/>
              <a:gd name="connsiteY5" fmla="*/ 125409 h 1497009"/>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91798 h 1488335"/>
              <a:gd name="connsiteX1" fmla="*/ 3507479 w 9144003"/>
              <a:gd name="connsiteY1" fmla="*/ 62144 h 1488335"/>
              <a:gd name="connsiteX2" fmla="*/ 9144003 w 9144003"/>
              <a:gd name="connsiteY2" fmla="*/ 1345034 h 1488335"/>
              <a:gd name="connsiteX3" fmla="*/ 9144002 w 9144003"/>
              <a:gd name="connsiteY3" fmla="*/ 1488335 h 1488335"/>
              <a:gd name="connsiteX4" fmla="*/ 4005619 w 9144003"/>
              <a:gd name="connsiteY4" fmla="*/ 321454 h 1488335"/>
              <a:gd name="connsiteX5" fmla="*/ 3 w 9144003"/>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78152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202034 h 1498571"/>
              <a:gd name="connsiteX1" fmla="*/ 3507480 w 9144004"/>
              <a:gd name="connsiteY1" fmla="*/ 72380 h 1498571"/>
              <a:gd name="connsiteX2" fmla="*/ 9144004 w 9144004"/>
              <a:gd name="connsiteY2" fmla="*/ 1355270 h 1498571"/>
              <a:gd name="connsiteX3" fmla="*/ 9144003 w 9144004"/>
              <a:gd name="connsiteY3" fmla="*/ 1498571 h 1498571"/>
              <a:gd name="connsiteX4" fmla="*/ 3466533 w 9144004"/>
              <a:gd name="connsiteY4" fmla="*/ 208860 h 1498571"/>
              <a:gd name="connsiteX5" fmla="*/ 4 w 9144004"/>
              <a:gd name="connsiteY5" fmla="*/ 202034 h 1498571"/>
              <a:gd name="connsiteX0" fmla="*/ 5 w 9144005"/>
              <a:gd name="connsiteY0" fmla="*/ 202034 h 1498571"/>
              <a:gd name="connsiteX1" fmla="*/ 3507481 w 9144005"/>
              <a:gd name="connsiteY1" fmla="*/ 72380 h 1498571"/>
              <a:gd name="connsiteX2" fmla="*/ 9144005 w 9144005"/>
              <a:gd name="connsiteY2" fmla="*/ 1355270 h 1498571"/>
              <a:gd name="connsiteX3" fmla="*/ 9144004 w 9144005"/>
              <a:gd name="connsiteY3" fmla="*/ 1498571 h 1498571"/>
              <a:gd name="connsiteX4" fmla="*/ 3466534 w 9144005"/>
              <a:gd name="connsiteY4" fmla="*/ 208860 h 1498571"/>
              <a:gd name="connsiteX5" fmla="*/ 5 w 9144005"/>
              <a:gd name="connsiteY5" fmla="*/ 202034 h 149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5" h="1498571">
                <a:moveTo>
                  <a:pt x="5" y="202034"/>
                </a:moveTo>
                <a:cubicBezTo>
                  <a:pt x="1108886" y="14376"/>
                  <a:pt x="1840180" y="-72059"/>
                  <a:pt x="3507481" y="72380"/>
                </a:cubicBezTo>
                <a:cubicBezTo>
                  <a:pt x="5174782" y="216819"/>
                  <a:pt x="8314903" y="1082315"/>
                  <a:pt x="9144005" y="1355270"/>
                </a:cubicBezTo>
                <a:cubicBezTo>
                  <a:pt x="9144005" y="1403037"/>
                  <a:pt x="9144004" y="1450804"/>
                  <a:pt x="9144004" y="1498571"/>
                </a:cubicBezTo>
                <a:cubicBezTo>
                  <a:pt x="8349022" y="1116433"/>
                  <a:pt x="5202074" y="424950"/>
                  <a:pt x="3466534" y="208860"/>
                </a:cubicBezTo>
                <a:cubicBezTo>
                  <a:pt x="1730994" y="-7230"/>
                  <a:pt x="-3407" y="229330"/>
                  <a:pt x="5" y="202034"/>
                </a:cubicBezTo>
                <a:close/>
              </a:path>
            </a:pathLst>
          </a:custGeom>
          <a:solidFill>
            <a:srgbClr val="B06C46"/>
          </a:solidFill>
          <a:ln w="38100" cap="flat" cmpd="sng" algn="ctr">
            <a:no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8" name="TextBox 7">
            <a:extLst>
              <a:ext uri="{FF2B5EF4-FFF2-40B4-BE49-F238E27FC236}">
                <a16:creationId xmlns:a16="http://schemas.microsoft.com/office/drawing/2014/main" id="{9344B213-8811-4496-81E4-31155A1987B2}"/>
              </a:ext>
            </a:extLst>
          </p:cNvPr>
          <p:cNvSpPr txBox="1"/>
          <p:nvPr userDrawn="1"/>
        </p:nvSpPr>
        <p:spPr>
          <a:xfrm>
            <a:off x="6233038" y="6657943"/>
            <a:ext cx="2917785" cy="200055"/>
          </a:xfrm>
          <a:prstGeom prst="rect">
            <a:avLst/>
          </a:prstGeom>
          <a:noFill/>
        </p:spPr>
        <p:txBody>
          <a:bodyPr wrap="none" rtlCol="0">
            <a:spAutoFit/>
          </a:bodyPr>
          <a:lstStyle/>
          <a:p>
            <a:r>
              <a:rPr lang="en-US" sz="700" dirty="0">
                <a:solidFill>
                  <a:schemeClr val="tx2">
                    <a:lumMod val="75000"/>
                  </a:schemeClr>
                </a:solidFill>
                <a:latin typeface="Calibri" pitchFamily="34" charset="0"/>
                <a:cs typeface="Calibri" pitchFamily="34" charset="0"/>
              </a:rPr>
              <a:t>© Ken Rosen, KenRosen.tv, Performance Works</a:t>
            </a:r>
            <a:r>
              <a:rPr lang="en-US" sz="700" baseline="0" dirty="0">
                <a:solidFill>
                  <a:schemeClr val="tx2">
                    <a:lumMod val="75000"/>
                  </a:schemeClr>
                </a:solidFill>
                <a:latin typeface="Calibri" pitchFamily="34" charset="0"/>
                <a:cs typeface="Calibri" pitchFamily="34" charset="0"/>
              </a:rPr>
              <a:t> 2019</a:t>
            </a:r>
            <a:r>
              <a:rPr lang="en-US" sz="700" dirty="0">
                <a:solidFill>
                  <a:schemeClr val="tx2">
                    <a:lumMod val="75000"/>
                  </a:schemeClr>
                </a:solidFill>
                <a:latin typeface="Calibri" pitchFamily="34" charset="0"/>
                <a:cs typeface="Calibri" pitchFamily="34" charset="0"/>
              </a:rPr>
              <a:t>.</a:t>
            </a:r>
            <a:r>
              <a:rPr lang="en-US" sz="700" baseline="0" dirty="0">
                <a:solidFill>
                  <a:schemeClr val="tx2">
                    <a:lumMod val="75000"/>
                  </a:schemeClr>
                </a:solidFill>
                <a:latin typeface="Calibri" pitchFamily="34" charset="0"/>
                <a:cs typeface="Calibri" pitchFamily="34" charset="0"/>
              </a:rPr>
              <a:t> All Rights Reserved.</a:t>
            </a:r>
            <a:endParaRPr lang="en-US" sz="700" dirty="0">
              <a:solidFill>
                <a:schemeClr val="tx2">
                  <a:lumMod val="75000"/>
                </a:schemeClr>
              </a:solidFill>
              <a:latin typeface="Calibri" pitchFamily="34" charset="0"/>
              <a:cs typeface="Calibri" pitchFamily="34" charset="0"/>
            </a:endParaRPr>
          </a:p>
        </p:txBody>
      </p:sp>
      <p:pic>
        <p:nvPicPr>
          <p:cNvPr id="4" name="Picture 3">
            <a:extLst>
              <a:ext uri="{FF2B5EF4-FFF2-40B4-BE49-F238E27FC236}">
                <a16:creationId xmlns:a16="http://schemas.microsoft.com/office/drawing/2014/main" id="{CA14663D-3166-4CF2-92CC-1FE100FD17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58308" y="1429450"/>
            <a:ext cx="1692515" cy="215796"/>
          </a:xfrm>
          <a:prstGeom prst="rect">
            <a:avLst/>
          </a:prstGeom>
        </p:spPr>
      </p:pic>
    </p:spTree>
    <p:extLst>
      <p:ext uri="{BB962C8B-B14F-4D97-AF65-F5344CB8AC3E}">
        <p14:creationId xmlns:p14="http://schemas.microsoft.com/office/powerpoint/2010/main" val="260194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2857" y="182900"/>
            <a:ext cx="8563429" cy="669727"/>
          </a:xfrm>
        </p:spPr>
        <p:txBody>
          <a:bodyPr/>
          <a:lstStyle>
            <a:lvl1pPr>
              <a:defRPr sz="2400" b="0">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marL="169863" indent="-169863">
              <a:buClr>
                <a:srgbClr val="2952A3"/>
              </a:buClr>
              <a:buSzPct val="60000"/>
              <a:defRPr sz="1600">
                <a:latin typeface="Calibri" pitchFamily="34" charset="0"/>
                <a:cs typeface="Calibri" pitchFamily="34" charset="0"/>
              </a:defRPr>
            </a:lvl1pPr>
            <a:lvl2pPr marL="344488" indent="-174625">
              <a:defRPr sz="1400">
                <a:latin typeface="Calibri" pitchFamily="34" charset="0"/>
                <a:cs typeface="Calibri" pitchFamily="34" charset="0"/>
              </a:defRPr>
            </a:lvl2pPr>
            <a:lvl3pPr marL="688975" indent="-227013">
              <a:defRPr sz="1400">
                <a:latin typeface="Calibri" pitchFamily="34" charset="0"/>
                <a:cs typeface="Calibri" pitchFamily="34" charset="0"/>
              </a:defRPr>
            </a:lvl3pPr>
            <a:lvl4pPr>
              <a:defRPr sz="1200">
                <a:latin typeface="Calibri" pitchFamily="34" charset="0"/>
                <a:cs typeface="Calibri" pitchFamily="34" charset="0"/>
              </a:defRPr>
            </a:lvl4pPr>
            <a:lvl5pPr>
              <a:defRPr sz="1200">
                <a:latin typeface="Calibri" pitchFamily="34" charset="0"/>
                <a:cs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57"/>
          <p:cNvSpPr>
            <a:spLocks noGrp="1" noChangeArrowheads="1"/>
          </p:cNvSpPr>
          <p:nvPr>
            <p:ph type="sldNum" sz="quarter" idx="10"/>
          </p:nvPr>
        </p:nvSpPr>
        <p:spPr>
          <a:ln/>
        </p:spPr>
        <p:txBody>
          <a:bodyPr/>
          <a:lstStyle>
            <a:lvl1pPr>
              <a:defRPr/>
            </a:lvl1pPr>
          </a:lstStyle>
          <a:p>
            <a:pPr>
              <a:defRPr/>
            </a:pPr>
            <a:fld id="{2C4E6AFA-3FAE-4255-BB1C-23F1C25378E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690" y="4406801"/>
            <a:ext cx="7772703" cy="1361777"/>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22690" y="2906613"/>
            <a:ext cx="7772703" cy="1500188"/>
          </a:xfrm>
        </p:spPr>
        <p:txBody>
          <a:bodyPr anchor="b"/>
          <a:lstStyle>
            <a:lvl1pPr marL="0" indent="0">
              <a:buNone/>
              <a:defRPr sz="1900"/>
            </a:lvl1pPr>
            <a:lvl2pPr marL="432465" indent="0">
              <a:buNone/>
              <a:defRPr sz="1700"/>
            </a:lvl2pPr>
            <a:lvl3pPr marL="864931" indent="0">
              <a:buNone/>
              <a:defRPr sz="1500"/>
            </a:lvl3pPr>
            <a:lvl4pPr marL="1297396" indent="0">
              <a:buNone/>
              <a:defRPr sz="1300"/>
            </a:lvl4pPr>
            <a:lvl5pPr marL="1729862" indent="0">
              <a:buNone/>
              <a:defRPr sz="1300"/>
            </a:lvl5pPr>
            <a:lvl6pPr marL="2162327" indent="0">
              <a:buNone/>
              <a:defRPr sz="1300"/>
            </a:lvl6pPr>
            <a:lvl7pPr marL="2594793" indent="0">
              <a:buNone/>
              <a:defRPr sz="1300"/>
            </a:lvl7pPr>
            <a:lvl8pPr marL="3027258" indent="0">
              <a:buNone/>
              <a:defRPr sz="1300"/>
            </a:lvl8pPr>
            <a:lvl9pPr marL="3459724" indent="0">
              <a:buNone/>
              <a:defRPr sz="1300"/>
            </a:lvl9pPr>
          </a:lstStyle>
          <a:p>
            <a:pPr lvl="0"/>
            <a:r>
              <a:rPr lang="en-US"/>
              <a:t>Click to edit Master text styles</a:t>
            </a:r>
          </a:p>
        </p:txBody>
      </p:sp>
      <p:sp>
        <p:nvSpPr>
          <p:cNvPr id="4" name="Rectangle 157"/>
          <p:cNvSpPr>
            <a:spLocks noGrp="1" noChangeArrowheads="1"/>
          </p:cNvSpPr>
          <p:nvPr>
            <p:ph type="sldNum" sz="quarter" idx="10"/>
          </p:nvPr>
        </p:nvSpPr>
        <p:spPr>
          <a:ln/>
        </p:spPr>
        <p:txBody>
          <a:bodyPr/>
          <a:lstStyle>
            <a:lvl1pPr>
              <a:defRPr/>
            </a:lvl1pPr>
          </a:lstStyle>
          <a:p>
            <a:pPr>
              <a:defRPr/>
            </a:pPr>
            <a:fld id="{32D93DDA-24AC-42C9-A811-08E9933800C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9834" y="1357312"/>
            <a:ext cx="4319512" cy="4786313"/>
          </a:xfrm>
        </p:spPr>
        <p:txBody>
          <a:bodyPr/>
          <a:lstStyle>
            <a:lvl1pPr>
              <a:defRPr sz="26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24489" y="1357312"/>
            <a:ext cx="4319511" cy="4786313"/>
          </a:xfrm>
        </p:spPr>
        <p:txBody>
          <a:bodyPr/>
          <a:lstStyle>
            <a:lvl1pPr>
              <a:defRPr sz="26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57"/>
          <p:cNvSpPr>
            <a:spLocks noGrp="1" noChangeArrowheads="1"/>
          </p:cNvSpPr>
          <p:nvPr>
            <p:ph type="sldNum" sz="quarter" idx="10"/>
          </p:nvPr>
        </p:nvSpPr>
        <p:spPr>
          <a:ln/>
        </p:spPr>
        <p:txBody>
          <a:bodyPr/>
          <a:lstStyle>
            <a:lvl1pPr>
              <a:defRPr/>
            </a:lvl1pPr>
          </a:lstStyle>
          <a:p>
            <a:pPr>
              <a:defRPr/>
            </a:pPr>
            <a:fld id="{E8539235-3EC7-4ED4-A50A-B6FC6BCA911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6595" y="275333"/>
            <a:ext cx="823081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6595" y="1534419"/>
            <a:ext cx="4041322" cy="639961"/>
          </a:xfrm>
        </p:spPr>
        <p:txBody>
          <a:bodyPr anchor="b"/>
          <a:lstStyle>
            <a:lvl1pPr marL="0" indent="0">
              <a:buNone/>
              <a:defRPr sz="2300" b="1"/>
            </a:lvl1pPr>
            <a:lvl2pPr marL="432465" indent="0">
              <a:buNone/>
              <a:defRPr sz="1900" b="1"/>
            </a:lvl2pPr>
            <a:lvl3pPr marL="864931" indent="0">
              <a:buNone/>
              <a:defRPr sz="1700" b="1"/>
            </a:lvl3pPr>
            <a:lvl4pPr marL="1297396" indent="0">
              <a:buNone/>
              <a:defRPr sz="1500" b="1"/>
            </a:lvl4pPr>
            <a:lvl5pPr marL="1729862" indent="0">
              <a:buNone/>
              <a:defRPr sz="1500" b="1"/>
            </a:lvl5pPr>
            <a:lvl6pPr marL="2162327" indent="0">
              <a:buNone/>
              <a:defRPr sz="1500" b="1"/>
            </a:lvl6pPr>
            <a:lvl7pPr marL="2594793" indent="0">
              <a:buNone/>
              <a:defRPr sz="1500" b="1"/>
            </a:lvl7pPr>
            <a:lvl8pPr marL="3027258" indent="0">
              <a:buNone/>
              <a:defRPr sz="1500" b="1"/>
            </a:lvl8pPr>
            <a:lvl9pPr marL="3459724" indent="0">
              <a:buNone/>
              <a:defRPr sz="1500" b="1"/>
            </a:lvl9pPr>
          </a:lstStyle>
          <a:p>
            <a:pPr lvl="0"/>
            <a:r>
              <a:rPr lang="en-US"/>
              <a:t>Click to edit Master text styles</a:t>
            </a:r>
          </a:p>
        </p:txBody>
      </p:sp>
      <p:sp>
        <p:nvSpPr>
          <p:cNvPr id="4" name="Content Placeholder 3"/>
          <p:cNvSpPr>
            <a:spLocks noGrp="1"/>
          </p:cNvSpPr>
          <p:nvPr>
            <p:ph sz="half" idx="2"/>
          </p:nvPr>
        </p:nvSpPr>
        <p:spPr>
          <a:xfrm>
            <a:off x="456595" y="2174380"/>
            <a:ext cx="4041322" cy="3951386"/>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4572" y="1534419"/>
            <a:ext cx="4042833" cy="639961"/>
          </a:xfrm>
        </p:spPr>
        <p:txBody>
          <a:bodyPr anchor="b"/>
          <a:lstStyle>
            <a:lvl1pPr marL="0" indent="0">
              <a:buNone/>
              <a:defRPr sz="2300" b="1"/>
            </a:lvl1pPr>
            <a:lvl2pPr marL="432465" indent="0">
              <a:buNone/>
              <a:defRPr sz="1900" b="1"/>
            </a:lvl2pPr>
            <a:lvl3pPr marL="864931" indent="0">
              <a:buNone/>
              <a:defRPr sz="1700" b="1"/>
            </a:lvl3pPr>
            <a:lvl4pPr marL="1297396" indent="0">
              <a:buNone/>
              <a:defRPr sz="1500" b="1"/>
            </a:lvl4pPr>
            <a:lvl5pPr marL="1729862" indent="0">
              <a:buNone/>
              <a:defRPr sz="1500" b="1"/>
            </a:lvl5pPr>
            <a:lvl6pPr marL="2162327" indent="0">
              <a:buNone/>
              <a:defRPr sz="1500" b="1"/>
            </a:lvl6pPr>
            <a:lvl7pPr marL="2594793" indent="0">
              <a:buNone/>
              <a:defRPr sz="1500" b="1"/>
            </a:lvl7pPr>
            <a:lvl8pPr marL="3027258" indent="0">
              <a:buNone/>
              <a:defRPr sz="1500" b="1"/>
            </a:lvl8pPr>
            <a:lvl9pPr marL="3459724"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44572" y="2174380"/>
            <a:ext cx="4042833" cy="3951386"/>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57"/>
          <p:cNvSpPr>
            <a:spLocks noGrp="1" noChangeArrowheads="1"/>
          </p:cNvSpPr>
          <p:nvPr>
            <p:ph type="sldNum" sz="quarter" idx="10"/>
          </p:nvPr>
        </p:nvSpPr>
        <p:spPr>
          <a:ln/>
        </p:spPr>
        <p:txBody>
          <a:bodyPr/>
          <a:lstStyle>
            <a:lvl1pPr>
              <a:defRPr/>
            </a:lvl1pPr>
          </a:lstStyle>
          <a:p>
            <a:pPr>
              <a:defRPr/>
            </a:pPr>
            <a:fld id="{F77B1172-6BBA-4703-BA9C-0E8A6115B86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90512" y="269803"/>
            <a:ext cx="8562975" cy="669925"/>
          </a:xfrm>
        </p:spPr>
        <p:txBody>
          <a:bodyPr/>
          <a:lstStyle/>
          <a:p>
            <a:r>
              <a:rPr lang="en-US" dirty="0"/>
              <a:t>Click to edit Master title style</a:t>
            </a:r>
          </a:p>
        </p:txBody>
      </p:sp>
      <p:sp>
        <p:nvSpPr>
          <p:cNvPr id="3" name="Rectangle 157"/>
          <p:cNvSpPr>
            <a:spLocks noGrp="1" noChangeArrowheads="1"/>
          </p:cNvSpPr>
          <p:nvPr>
            <p:ph type="sldNum" sz="quarter" idx="10"/>
          </p:nvPr>
        </p:nvSpPr>
        <p:spPr>
          <a:xfrm>
            <a:off x="8414656" y="6651171"/>
            <a:ext cx="538943" cy="206829"/>
          </a:xfrm>
          <a:ln/>
        </p:spPr>
        <p:txBody>
          <a:bodyPr/>
          <a:lstStyle>
            <a:lvl1pPr>
              <a:defRPr sz="700"/>
            </a:lvl1pPr>
          </a:lstStyle>
          <a:p>
            <a:pPr>
              <a:defRPr/>
            </a:pPr>
            <a:fld id="{DFE0C305-EB60-4410-962D-772AA82E3DED}" type="slidenum">
              <a:rPr lang="en-US" smtClean="0"/>
              <a:pPr>
                <a:defRPr/>
              </a:pPr>
              <a:t>‹#›</a:t>
            </a:fld>
            <a:endParaRPr lang="en-US" sz="700"/>
          </a:p>
        </p:txBody>
      </p:sp>
      <p:sp>
        <p:nvSpPr>
          <p:cNvPr id="5" name="Text Placeholder 4">
            <a:extLst>
              <a:ext uri="{FF2B5EF4-FFF2-40B4-BE49-F238E27FC236}">
                <a16:creationId xmlns:a16="http://schemas.microsoft.com/office/drawing/2014/main" id="{A6DC5058-C84E-4923-A82D-AE7541181009}"/>
              </a:ext>
            </a:extLst>
          </p:cNvPr>
          <p:cNvSpPr>
            <a:spLocks noGrp="1"/>
          </p:cNvSpPr>
          <p:nvPr>
            <p:ph type="body" sz="quarter" idx="11"/>
          </p:nvPr>
        </p:nvSpPr>
        <p:spPr>
          <a:xfrm>
            <a:off x="290513" y="943238"/>
            <a:ext cx="8562975" cy="612567"/>
          </a:xfrm>
        </p:spPr>
        <p:txBody>
          <a:bodyPr/>
          <a:lstStyle>
            <a:lvl1pPr marL="0" indent="0">
              <a:buNone/>
              <a:defRPr sz="1100">
                <a:latin typeface="Arial Narrow" panose="020B0606020202030204" pitchFamily="34" charset="0"/>
              </a:defRPr>
            </a:lvl1pPr>
          </a:lstStyle>
          <a:p>
            <a:pPr lvl="0"/>
            <a:r>
              <a:rPr lang="en-US" dirty="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57"/>
          <p:cNvSpPr>
            <a:spLocks noGrp="1" noChangeArrowheads="1"/>
          </p:cNvSpPr>
          <p:nvPr>
            <p:ph type="sldNum" sz="quarter" idx="10"/>
          </p:nvPr>
        </p:nvSpPr>
        <p:spPr>
          <a:ln/>
        </p:spPr>
        <p:txBody>
          <a:bodyPr/>
          <a:lstStyle>
            <a:lvl1pPr>
              <a:defRPr/>
            </a:lvl1pPr>
          </a:lstStyle>
          <a:p>
            <a:pPr>
              <a:defRPr/>
            </a:pPr>
            <a:fld id="{EC8C8A68-555F-4911-9669-F21E6891043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6596" y="272357"/>
            <a:ext cx="3008690" cy="1162347"/>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75655" y="272356"/>
            <a:ext cx="5111750" cy="5853410"/>
          </a:xfrm>
        </p:spPr>
        <p:txBody>
          <a:bodyPr/>
          <a:lstStyle>
            <a:lvl1pPr>
              <a:defRPr sz="3000"/>
            </a:lvl1pPr>
            <a:lvl2pPr>
              <a:defRPr sz="26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6596" y="1434703"/>
            <a:ext cx="3008690" cy="4691063"/>
          </a:xfrm>
        </p:spPr>
        <p:txBody>
          <a:bodyPr/>
          <a:lstStyle>
            <a:lvl1pPr marL="0" indent="0">
              <a:buNone/>
              <a:defRPr sz="1300"/>
            </a:lvl1pPr>
            <a:lvl2pPr marL="432465" indent="0">
              <a:buNone/>
              <a:defRPr sz="1100"/>
            </a:lvl2pPr>
            <a:lvl3pPr marL="864931" indent="0">
              <a:buNone/>
              <a:defRPr sz="900"/>
            </a:lvl3pPr>
            <a:lvl4pPr marL="1297396" indent="0">
              <a:buNone/>
              <a:defRPr sz="900"/>
            </a:lvl4pPr>
            <a:lvl5pPr marL="1729862" indent="0">
              <a:buNone/>
              <a:defRPr sz="900"/>
            </a:lvl5pPr>
            <a:lvl6pPr marL="2162327" indent="0">
              <a:buNone/>
              <a:defRPr sz="900"/>
            </a:lvl6pPr>
            <a:lvl7pPr marL="2594793" indent="0">
              <a:buNone/>
              <a:defRPr sz="900"/>
            </a:lvl7pPr>
            <a:lvl8pPr marL="3027258" indent="0">
              <a:buNone/>
              <a:defRPr sz="900"/>
            </a:lvl8pPr>
            <a:lvl9pPr marL="3459724" indent="0">
              <a:buNone/>
              <a:defRPr sz="900"/>
            </a:lvl9pPr>
          </a:lstStyle>
          <a:p>
            <a:pPr lvl="0"/>
            <a:r>
              <a:rPr lang="en-US"/>
              <a:t>Click to edit Master text styles</a:t>
            </a:r>
          </a:p>
        </p:txBody>
      </p:sp>
      <p:sp>
        <p:nvSpPr>
          <p:cNvPr id="5" name="Rectangle 157"/>
          <p:cNvSpPr>
            <a:spLocks noGrp="1" noChangeArrowheads="1"/>
          </p:cNvSpPr>
          <p:nvPr>
            <p:ph type="sldNum" sz="quarter" idx="10"/>
          </p:nvPr>
        </p:nvSpPr>
        <p:spPr>
          <a:ln/>
        </p:spPr>
        <p:txBody>
          <a:bodyPr/>
          <a:lstStyle>
            <a:lvl1pPr>
              <a:defRPr/>
            </a:lvl1pPr>
          </a:lstStyle>
          <a:p>
            <a:pPr>
              <a:defRPr/>
            </a:pPr>
            <a:fld id="{953CEE70-B503-47D1-9CB0-1D8B2593DEA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1608" y="4801195"/>
            <a:ext cx="5486702" cy="565547"/>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91608" y="613172"/>
            <a:ext cx="5486702" cy="4115098"/>
          </a:xfrm>
        </p:spPr>
        <p:txBody>
          <a:bodyPr/>
          <a:lstStyle>
            <a:lvl1pPr marL="0" indent="0">
              <a:buNone/>
              <a:defRPr sz="3000"/>
            </a:lvl1pPr>
            <a:lvl2pPr marL="432465" indent="0">
              <a:buNone/>
              <a:defRPr sz="2600"/>
            </a:lvl2pPr>
            <a:lvl3pPr marL="864931" indent="0">
              <a:buNone/>
              <a:defRPr sz="2300"/>
            </a:lvl3pPr>
            <a:lvl4pPr marL="1297396" indent="0">
              <a:buNone/>
              <a:defRPr sz="1900"/>
            </a:lvl4pPr>
            <a:lvl5pPr marL="1729862" indent="0">
              <a:buNone/>
              <a:defRPr sz="1900"/>
            </a:lvl5pPr>
            <a:lvl6pPr marL="2162327" indent="0">
              <a:buNone/>
              <a:defRPr sz="1900"/>
            </a:lvl6pPr>
            <a:lvl7pPr marL="2594793" indent="0">
              <a:buNone/>
              <a:defRPr sz="1900"/>
            </a:lvl7pPr>
            <a:lvl8pPr marL="3027258" indent="0">
              <a:buNone/>
              <a:defRPr sz="1900"/>
            </a:lvl8pPr>
            <a:lvl9pPr marL="3459724"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91608" y="5366742"/>
            <a:ext cx="5486702" cy="805161"/>
          </a:xfrm>
        </p:spPr>
        <p:txBody>
          <a:bodyPr/>
          <a:lstStyle>
            <a:lvl1pPr marL="0" indent="0">
              <a:buNone/>
              <a:defRPr sz="1300"/>
            </a:lvl1pPr>
            <a:lvl2pPr marL="432465" indent="0">
              <a:buNone/>
              <a:defRPr sz="1100"/>
            </a:lvl2pPr>
            <a:lvl3pPr marL="864931" indent="0">
              <a:buNone/>
              <a:defRPr sz="900"/>
            </a:lvl3pPr>
            <a:lvl4pPr marL="1297396" indent="0">
              <a:buNone/>
              <a:defRPr sz="900"/>
            </a:lvl4pPr>
            <a:lvl5pPr marL="1729862" indent="0">
              <a:buNone/>
              <a:defRPr sz="900"/>
            </a:lvl5pPr>
            <a:lvl6pPr marL="2162327" indent="0">
              <a:buNone/>
              <a:defRPr sz="900"/>
            </a:lvl6pPr>
            <a:lvl7pPr marL="2594793" indent="0">
              <a:buNone/>
              <a:defRPr sz="900"/>
            </a:lvl7pPr>
            <a:lvl8pPr marL="3027258" indent="0">
              <a:buNone/>
              <a:defRPr sz="900"/>
            </a:lvl8pPr>
            <a:lvl9pPr marL="3459724" indent="0">
              <a:buNone/>
              <a:defRPr sz="900"/>
            </a:lvl9pPr>
          </a:lstStyle>
          <a:p>
            <a:pPr lvl="0"/>
            <a:r>
              <a:rPr lang="en-US"/>
              <a:t>Click to edit Master text styles</a:t>
            </a:r>
          </a:p>
        </p:txBody>
      </p:sp>
      <p:sp>
        <p:nvSpPr>
          <p:cNvPr id="5" name="Rectangle 157"/>
          <p:cNvSpPr>
            <a:spLocks noGrp="1" noChangeArrowheads="1"/>
          </p:cNvSpPr>
          <p:nvPr>
            <p:ph type="sldNum" sz="quarter" idx="10"/>
          </p:nvPr>
        </p:nvSpPr>
        <p:spPr>
          <a:ln/>
        </p:spPr>
        <p:txBody>
          <a:bodyPr/>
          <a:lstStyle>
            <a:lvl1pPr>
              <a:defRPr/>
            </a:lvl1pPr>
          </a:lstStyle>
          <a:p>
            <a:pPr>
              <a:defRPr/>
            </a:pPr>
            <a:fld id="{3BF6052D-CB1B-4078-A624-F26640A3AC1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57"/>
          <p:cNvSpPr>
            <a:spLocks noGrp="1" noChangeArrowheads="1"/>
          </p:cNvSpPr>
          <p:nvPr>
            <p:ph type="sldNum" sz="quarter" idx="10"/>
          </p:nvPr>
        </p:nvSpPr>
        <p:spPr>
          <a:ln/>
        </p:spPr>
        <p:txBody>
          <a:bodyPr/>
          <a:lstStyle>
            <a:lvl1pPr>
              <a:defRPr/>
            </a:lvl1pPr>
          </a:lstStyle>
          <a:p>
            <a:pPr>
              <a:defRPr/>
            </a:pPr>
            <a:fld id="{46A9B1C0-660C-46E1-9CA3-A0CFEFF51A63}"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48714" y="803672"/>
            <a:ext cx="2195286" cy="53399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9834" y="803672"/>
            <a:ext cx="6443738" cy="53399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57"/>
          <p:cNvSpPr>
            <a:spLocks noGrp="1" noChangeArrowheads="1"/>
          </p:cNvSpPr>
          <p:nvPr>
            <p:ph type="sldNum" sz="quarter" idx="10"/>
          </p:nvPr>
        </p:nvSpPr>
        <p:spPr>
          <a:ln/>
        </p:spPr>
        <p:txBody>
          <a:bodyPr/>
          <a:lstStyle>
            <a:lvl1pPr>
              <a:defRPr/>
            </a:lvl1pPr>
          </a:lstStyle>
          <a:p>
            <a:pPr>
              <a:defRPr/>
            </a:pPr>
            <a:fld id="{B4C26716-14EA-4E3F-A9D4-2F978A2EE0D8}"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5574" y="1516837"/>
            <a:ext cx="8217203" cy="4510980"/>
          </a:xfrm>
          <a:prstGeom prst="rect">
            <a:avLst/>
          </a:prstGeom>
        </p:spPr>
        <p:txBody>
          <a:bodyPr vert="horz" lIns="0" tIns="0" rIns="0" bIns="0"/>
          <a:lstStyle>
            <a:lvl1pPr marL="0" indent="0">
              <a:lnSpc>
                <a:spcPts val="2043"/>
              </a:lnSpc>
              <a:spcBef>
                <a:spcPts val="946"/>
              </a:spcBef>
              <a:spcAft>
                <a:spcPts val="0"/>
              </a:spcAft>
              <a:buFontTx/>
              <a:buNone/>
              <a:defRPr sz="1700" b="1" i="0" cap="all" spc="0">
                <a:latin typeface="Calibri"/>
                <a:cs typeface="Calibri"/>
              </a:defRPr>
            </a:lvl1pPr>
            <a:lvl2pPr marL="216233" indent="-216233">
              <a:lnSpc>
                <a:spcPts val="2043"/>
              </a:lnSpc>
              <a:spcBef>
                <a:spcPts val="0"/>
              </a:spcBef>
              <a:spcAft>
                <a:spcPts val="0"/>
              </a:spcAft>
              <a:buClr>
                <a:schemeClr val="bg1">
                  <a:lumMod val="50000"/>
                </a:schemeClr>
              </a:buClr>
              <a:buSzPct val="80000"/>
              <a:buFont typeface="Wingdings" charset="2"/>
              <a:buChar char=""/>
              <a:defRPr sz="1700" b="0" i="0">
                <a:latin typeface="Calibri"/>
                <a:cs typeface="Calibri"/>
              </a:defRPr>
            </a:lvl2pPr>
            <a:lvl3pPr marL="432465" indent="-216233">
              <a:lnSpc>
                <a:spcPts val="2043"/>
              </a:lnSpc>
              <a:spcBef>
                <a:spcPts val="0"/>
              </a:spcBef>
              <a:spcAft>
                <a:spcPts val="0"/>
              </a:spcAft>
              <a:buClr>
                <a:schemeClr val="bg1">
                  <a:lumMod val="50000"/>
                </a:schemeClr>
              </a:buClr>
              <a:buFont typeface="Arial"/>
              <a:buChar char="•"/>
              <a:defRPr sz="1700" b="0" i="0">
                <a:latin typeface="Calibri"/>
                <a:cs typeface="Calibri"/>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6838206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1" name="Rectangle 155"/>
          <p:cNvSpPr>
            <a:spLocks noGrp="1" noChangeArrowheads="1"/>
          </p:cNvSpPr>
          <p:nvPr>
            <p:ph type="title"/>
          </p:nvPr>
        </p:nvSpPr>
        <p:spPr bwMode="auto">
          <a:xfrm>
            <a:off x="360363" y="1008926"/>
            <a:ext cx="8562975" cy="669925"/>
          </a:xfrm>
          <a:prstGeom prst="rect">
            <a:avLst/>
          </a:prstGeom>
          <a:noFill/>
          <a:ln w="9525">
            <a:noFill/>
            <a:miter lim="800000"/>
            <a:headEnd/>
            <a:tailEnd/>
          </a:ln>
        </p:spPr>
        <p:txBody>
          <a:bodyPr vert="horz" wrap="square" lIns="91399" tIns="45700" rIns="91399" bIns="45700" numCol="1" anchor="ctr" anchorCtr="0" compatLnSpc="1">
            <a:prstTxWarp prst="textNoShape">
              <a:avLst/>
            </a:prstTxWarp>
          </a:bodyPr>
          <a:lstStyle/>
          <a:p>
            <a:pPr lvl="0"/>
            <a:r>
              <a:rPr lang="en-US" dirty="0"/>
              <a:t>Click to edit Master title style</a:t>
            </a:r>
          </a:p>
        </p:txBody>
      </p:sp>
      <p:sp>
        <p:nvSpPr>
          <p:cNvPr id="2052" name="Rectangle 156"/>
          <p:cNvSpPr>
            <a:spLocks noGrp="1" noChangeArrowheads="1"/>
          </p:cNvSpPr>
          <p:nvPr>
            <p:ph type="body" idx="1"/>
          </p:nvPr>
        </p:nvSpPr>
        <p:spPr bwMode="auto">
          <a:xfrm>
            <a:off x="360363" y="2081285"/>
            <a:ext cx="8783637" cy="4062340"/>
          </a:xfrm>
          <a:prstGeom prst="rect">
            <a:avLst/>
          </a:prstGeom>
          <a:noFill/>
          <a:ln w="9525">
            <a:noFill/>
            <a:miter lim="800000"/>
            <a:headEnd/>
            <a:tailEnd/>
          </a:ln>
        </p:spPr>
        <p:txBody>
          <a:bodyPr vert="horz" wrap="square" lIns="91399" tIns="45700" rIns="91399" bIns="4570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5485" name="Rectangle 157"/>
          <p:cNvSpPr>
            <a:spLocks noGrp="1" noChangeArrowheads="1"/>
          </p:cNvSpPr>
          <p:nvPr>
            <p:ph type="sldNum" sz="quarter" idx="4"/>
          </p:nvPr>
        </p:nvSpPr>
        <p:spPr bwMode="auto">
          <a:xfrm>
            <a:off x="7048600" y="6505575"/>
            <a:ext cx="1905000" cy="352425"/>
          </a:xfrm>
          <a:prstGeom prst="rect">
            <a:avLst/>
          </a:prstGeom>
          <a:noFill/>
          <a:ln w="9525">
            <a:noFill/>
            <a:miter lim="800000"/>
            <a:headEnd/>
            <a:tailEnd/>
          </a:ln>
          <a:effectLst/>
        </p:spPr>
        <p:txBody>
          <a:bodyPr vert="horz" wrap="square" lIns="91399" tIns="45700" rIns="91399" bIns="45700" numCol="1" anchor="b" anchorCtr="0" compatLnSpc="1">
            <a:prstTxWarp prst="textNoShape">
              <a:avLst/>
            </a:prstTxWarp>
          </a:bodyPr>
          <a:lstStyle>
            <a:lvl1pPr algn="r" defTabSz="914485">
              <a:defRPr sz="800" smtClean="0">
                <a:solidFill>
                  <a:schemeClr val="folHlink"/>
                </a:solidFill>
                <a:latin typeface="Arial" pitchFamily="34" charset="0"/>
                <a:cs typeface="Arial" pitchFamily="34" charset="0"/>
              </a:defRPr>
            </a:lvl1pPr>
          </a:lstStyle>
          <a:p>
            <a:pPr>
              <a:defRPr/>
            </a:pPr>
            <a:fld id="{986C9AE2-D7A8-45FD-B54F-23BB15587CBA}" type="slidenum">
              <a:rPr lang="en-US" smtClean="0"/>
              <a:pPr>
                <a:defRPr/>
              </a:pPr>
              <a:t>‹#›</a:t>
            </a:fld>
            <a:endParaRPr lang="en-US"/>
          </a:p>
        </p:txBody>
      </p:sp>
      <p:sp>
        <p:nvSpPr>
          <p:cNvPr id="5" name="TextBox 4"/>
          <p:cNvSpPr txBox="1"/>
          <p:nvPr userDrawn="1"/>
        </p:nvSpPr>
        <p:spPr>
          <a:xfrm>
            <a:off x="298333" y="6657945"/>
            <a:ext cx="2177199" cy="200055"/>
          </a:xfrm>
          <a:prstGeom prst="rect">
            <a:avLst/>
          </a:prstGeom>
          <a:noFill/>
        </p:spPr>
        <p:txBody>
          <a:bodyPr wrap="none" rtlCol="0">
            <a:spAutoFit/>
          </a:bodyPr>
          <a:lstStyle/>
          <a:p>
            <a:r>
              <a:rPr lang="en-US" sz="700" dirty="0">
                <a:solidFill>
                  <a:schemeClr val="tx2">
                    <a:lumMod val="75000"/>
                  </a:schemeClr>
                </a:solidFill>
                <a:latin typeface="Calibri" pitchFamily="34" charset="0"/>
                <a:cs typeface="Calibri" pitchFamily="34" charset="0"/>
              </a:rPr>
              <a:t>© Ken Rosen, Performance Works.</a:t>
            </a:r>
            <a:r>
              <a:rPr lang="en-US" sz="700" baseline="0" dirty="0">
                <a:solidFill>
                  <a:schemeClr val="tx2">
                    <a:lumMod val="75000"/>
                  </a:schemeClr>
                </a:solidFill>
                <a:latin typeface="Calibri" pitchFamily="34" charset="0"/>
                <a:cs typeface="Calibri" pitchFamily="34" charset="0"/>
              </a:rPr>
              <a:t> All Rights Reserved.</a:t>
            </a:r>
            <a:endParaRPr lang="en-US" sz="700" dirty="0">
              <a:solidFill>
                <a:schemeClr val="tx2">
                  <a:lumMod val="75000"/>
                </a:schemeClr>
              </a:solidFill>
              <a:latin typeface="Calibri" pitchFamily="34" charset="0"/>
              <a:cs typeface="Calibri" pitchFamily="34" charset="0"/>
            </a:endParaRPr>
          </a:p>
        </p:txBody>
      </p:sp>
    </p:spTree>
  </p:cSld>
  <p:clrMap bg1="lt1" tx1="dk1" bg2="lt2" tx2="dk2" accent1="accent1" accent2="accent2" accent3="accent3" accent4="accent4" accent5="accent5" accent6="accent6" hlink="hlink" folHlink="folHlink"/>
  <p:sldLayoutIdLst>
    <p:sldLayoutId id="2147483707" r:id="rId1"/>
    <p:sldLayoutId id="2147483710"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709" r:id="rId13"/>
  </p:sldLayoutIdLst>
  <p:hf hdr="0" ftr="0" dt="0"/>
  <p:txStyles>
    <p:titleStyle>
      <a:lvl1pPr algn="l" rtl="0" fontAlgn="base">
        <a:spcBef>
          <a:spcPct val="0"/>
        </a:spcBef>
        <a:spcAft>
          <a:spcPct val="0"/>
        </a:spcAft>
        <a:defRPr sz="2400">
          <a:solidFill>
            <a:srgbClr val="2E5BB6"/>
          </a:solidFill>
          <a:latin typeface="Arial Narrow" panose="020B0606020202030204" pitchFamily="34" charset="0"/>
          <a:ea typeface="+mj-ea"/>
          <a:cs typeface="Calibri" pitchFamily="34" charset="0"/>
        </a:defRPr>
      </a:lvl1pPr>
      <a:lvl2pPr algn="l" rtl="0" fontAlgn="base">
        <a:spcBef>
          <a:spcPct val="0"/>
        </a:spcBef>
        <a:spcAft>
          <a:spcPct val="0"/>
        </a:spcAft>
        <a:defRPr sz="3400">
          <a:solidFill>
            <a:srgbClr val="2E5BB6"/>
          </a:solidFill>
          <a:latin typeface="Garamond" pitchFamily="18" charset="0"/>
        </a:defRPr>
      </a:lvl2pPr>
      <a:lvl3pPr algn="l" rtl="0" fontAlgn="base">
        <a:spcBef>
          <a:spcPct val="0"/>
        </a:spcBef>
        <a:spcAft>
          <a:spcPct val="0"/>
        </a:spcAft>
        <a:defRPr sz="3400">
          <a:solidFill>
            <a:srgbClr val="2E5BB6"/>
          </a:solidFill>
          <a:latin typeface="Garamond" pitchFamily="18" charset="0"/>
        </a:defRPr>
      </a:lvl3pPr>
      <a:lvl4pPr algn="l" rtl="0" fontAlgn="base">
        <a:spcBef>
          <a:spcPct val="0"/>
        </a:spcBef>
        <a:spcAft>
          <a:spcPct val="0"/>
        </a:spcAft>
        <a:defRPr sz="3400">
          <a:solidFill>
            <a:srgbClr val="2E5BB6"/>
          </a:solidFill>
          <a:latin typeface="Garamond" pitchFamily="18" charset="0"/>
        </a:defRPr>
      </a:lvl4pPr>
      <a:lvl5pPr algn="l" rtl="0" fontAlgn="base">
        <a:spcBef>
          <a:spcPct val="0"/>
        </a:spcBef>
        <a:spcAft>
          <a:spcPct val="0"/>
        </a:spcAft>
        <a:defRPr sz="3400">
          <a:solidFill>
            <a:srgbClr val="2E5BB6"/>
          </a:solidFill>
          <a:latin typeface="Garamond" pitchFamily="18" charset="0"/>
        </a:defRPr>
      </a:lvl5pPr>
      <a:lvl6pPr marL="432465" algn="l" defTabSz="914485" rtl="0" eaLnBrk="1" fontAlgn="base" hangingPunct="1">
        <a:spcBef>
          <a:spcPct val="0"/>
        </a:spcBef>
        <a:spcAft>
          <a:spcPct val="0"/>
        </a:spcAft>
        <a:defRPr sz="3400">
          <a:solidFill>
            <a:srgbClr val="9A4D00"/>
          </a:solidFill>
          <a:latin typeface="Garamond" pitchFamily="18" charset="0"/>
        </a:defRPr>
      </a:lvl6pPr>
      <a:lvl7pPr marL="864931" algn="l" defTabSz="914485" rtl="0" eaLnBrk="1" fontAlgn="base" hangingPunct="1">
        <a:spcBef>
          <a:spcPct val="0"/>
        </a:spcBef>
        <a:spcAft>
          <a:spcPct val="0"/>
        </a:spcAft>
        <a:defRPr sz="3400">
          <a:solidFill>
            <a:srgbClr val="9A4D00"/>
          </a:solidFill>
          <a:latin typeface="Garamond" pitchFamily="18" charset="0"/>
        </a:defRPr>
      </a:lvl7pPr>
      <a:lvl8pPr marL="1297396" algn="l" defTabSz="914485" rtl="0" eaLnBrk="1" fontAlgn="base" hangingPunct="1">
        <a:spcBef>
          <a:spcPct val="0"/>
        </a:spcBef>
        <a:spcAft>
          <a:spcPct val="0"/>
        </a:spcAft>
        <a:defRPr sz="3400">
          <a:solidFill>
            <a:srgbClr val="9A4D00"/>
          </a:solidFill>
          <a:latin typeface="Garamond" pitchFamily="18" charset="0"/>
        </a:defRPr>
      </a:lvl8pPr>
      <a:lvl9pPr marL="1729862" algn="l" defTabSz="914485" rtl="0" eaLnBrk="1" fontAlgn="base" hangingPunct="1">
        <a:spcBef>
          <a:spcPct val="0"/>
        </a:spcBef>
        <a:spcAft>
          <a:spcPct val="0"/>
        </a:spcAft>
        <a:defRPr sz="3400">
          <a:solidFill>
            <a:srgbClr val="9A4D00"/>
          </a:solidFill>
          <a:latin typeface="Garamond" pitchFamily="18" charset="0"/>
        </a:defRPr>
      </a:lvl9pPr>
    </p:titleStyle>
    <p:bodyStyle>
      <a:lvl1pPr marL="169863" indent="-169863" algn="l" rtl="0" fontAlgn="base">
        <a:spcBef>
          <a:spcPct val="30000"/>
        </a:spcBef>
        <a:spcAft>
          <a:spcPct val="0"/>
        </a:spcAft>
        <a:buClr>
          <a:srgbClr val="2E5BB6"/>
        </a:buClr>
        <a:buSzPct val="60000"/>
        <a:buFont typeface="Wingdings" panose="05000000000000000000" pitchFamily="2" charset="2"/>
        <a:buChar char="§"/>
        <a:defRPr sz="1600">
          <a:solidFill>
            <a:schemeClr val="tx1"/>
          </a:solidFill>
          <a:latin typeface="Arial Narrow" panose="020B0606020202030204" pitchFamily="34" charset="0"/>
          <a:ea typeface="+mn-ea"/>
          <a:cs typeface="Calibri" pitchFamily="34" charset="0"/>
        </a:defRPr>
      </a:lvl1pPr>
      <a:lvl2pPr marL="344488" indent="-171450" algn="l" rtl="0" fontAlgn="base">
        <a:lnSpc>
          <a:spcPct val="90000"/>
        </a:lnSpc>
        <a:spcBef>
          <a:spcPct val="20000"/>
        </a:spcBef>
        <a:spcAft>
          <a:spcPct val="0"/>
        </a:spcAft>
        <a:buClr>
          <a:srgbClr val="2E5BB6"/>
        </a:buClr>
        <a:buSzPct val="65000"/>
        <a:buFont typeface="Courier New" panose="02070309020205020404" pitchFamily="49" charset="0"/>
        <a:buChar char="o"/>
        <a:defRPr sz="1400">
          <a:solidFill>
            <a:schemeClr val="tx1"/>
          </a:solidFill>
          <a:latin typeface="Arial Narrow" panose="020B0606020202030204" pitchFamily="34" charset="0"/>
          <a:cs typeface="Calibri" pitchFamily="34" charset="0"/>
        </a:defRPr>
      </a:lvl2pPr>
      <a:lvl3pPr marL="747713" indent="-236538" algn="l" rtl="0" fontAlgn="base">
        <a:lnSpc>
          <a:spcPct val="90000"/>
        </a:lnSpc>
        <a:spcBef>
          <a:spcPct val="20000"/>
        </a:spcBef>
        <a:spcAft>
          <a:spcPct val="0"/>
        </a:spcAft>
        <a:buChar char="•"/>
        <a:defRPr sz="1400">
          <a:solidFill>
            <a:schemeClr val="tx1"/>
          </a:solidFill>
          <a:latin typeface="Arial Narrow" panose="020B0606020202030204" pitchFamily="34" charset="0"/>
          <a:cs typeface="Calibri" pitchFamily="34" charset="0"/>
        </a:defRPr>
      </a:lvl3pPr>
      <a:lvl4pPr marL="1600200" indent="-342900" algn="l" rtl="0" fontAlgn="base">
        <a:lnSpc>
          <a:spcPct val="90000"/>
        </a:lnSpc>
        <a:spcBef>
          <a:spcPct val="20000"/>
        </a:spcBef>
        <a:spcAft>
          <a:spcPct val="0"/>
        </a:spcAft>
        <a:buChar char="–"/>
        <a:defRPr sz="1600">
          <a:solidFill>
            <a:schemeClr val="tx1"/>
          </a:solidFill>
          <a:latin typeface="Calibri" pitchFamily="34" charset="0"/>
          <a:cs typeface="Calibri" pitchFamily="34" charset="0"/>
        </a:defRPr>
      </a:lvl4pPr>
      <a:lvl5pPr marL="2386013" indent="-323850" algn="l" rtl="0" fontAlgn="base">
        <a:lnSpc>
          <a:spcPct val="90000"/>
        </a:lnSpc>
        <a:spcBef>
          <a:spcPct val="20000"/>
        </a:spcBef>
        <a:spcAft>
          <a:spcPct val="0"/>
        </a:spcAft>
        <a:buClr>
          <a:schemeClr val="tx2"/>
        </a:buClr>
        <a:buChar char="–"/>
        <a:defRPr sz="1600">
          <a:solidFill>
            <a:schemeClr val="tx1"/>
          </a:solidFill>
          <a:latin typeface="Calibri" pitchFamily="34" charset="0"/>
          <a:cs typeface="Calibri" pitchFamily="34" charset="0"/>
        </a:defRPr>
      </a:lvl5pPr>
      <a:lvl6pPr marL="2818534"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6pPr>
      <a:lvl7pPr marL="3251000"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7pPr>
      <a:lvl8pPr marL="3683465"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8pPr>
      <a:lvl9pPr marL="4115931"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9pPr>
    </p:bodyStyle>
    <p:otherStyle>
      <a:defPPr>
        <a:defRPr lang="en-US"/>
      </a:defPPr>
      <a:lvl1pPr marL="0" algn="l" defTabSz="864931" rtl="0" eaLnBrk="1" latinLnBrk="0" hangingPunct="1">
        <a:defRPr sz="1700" kern="1200">
          <a:solidFill>
            <a:schemeClr val="tx1"/>
          </a:solidFill>
          <a:latin typeface="+mn-lt"/>
          <a:ea typeface="+mn-ea"/>
          <a:cs typeface="+mn-cs"/>
        </a:defRPr>
      </a:lvl1pPr>
      <a:lvl2pPr marL="432465" algn="l" defTabSz="864931" rtl="0" eaLnBrk="1" latinLnBrk="0" hangingPunct="1">
        <a:defRPr sz="1700" kern="1200">
          <a:solidFill>
            <a:schemeClr val="tx1"/>
          </a:solidFill>
          <a:latin typeface="+mn-lt"/>
          <a:ea typeface="+mn-ea"/>
          <a:cs typeface="+mn-cs"/>
        </a:defRPr>
      </a:lvl2pPr>
      <a:lvl3pPr marL="864931" algn="l" defTabSz="864931" rtl="0" eaLnBrk="1" latinLnBrk="0" hangingPunct="1">
        <a:defRPr sz="1700" kern="1200">
          <a:solidFill>
            <a:schemeClr val="tx1"/>
          </a:solidFill>
          <a:latin typeface="+mn-lt"/>
          <a:ea typeface="+mn-ea"/>
          <a:cs typeface="+mn-cs"/>
        </a:defRPr>
      </a:lvl3pPr>
      <a:lvl4pPr marL="1297396" algn="l" defTabSz="864931" rtl="0" eaLnBrk="1" latinLnBrk="0" hangingPunct="1">
        <a:defRPr sz="1700" kern="1200">
          <a:solidFill>
            <a:schemeClr val="tx1"/>
          </a:solidFill>
          <a:latin typeface="+mn-lt"/>
          <a:ea typeface="+mn-ea"/>
          <a:cs typeface="+mn-cs"/>
        </a:defRPr>
      </a:lvl4pPr>
      <a:lvl5pPr marL="1729862" algn="l" defTabSz="864931" rtl="0" eaLnBrk="1" latinLnBrk="0" hangingPunct="1">
        <a:defRPr sz="1700" kern="1200">
          <a:solidFill>
            <a:schemeClr val="tx1"/>
          </a:solidFill>
          <a:latin typeface="+mn-lt"/>
          <a:ea typeface="+mn-ea"/>
          <a:cs typeface="+mn-cs"/>
        </a:defRPr>
      </a:lvl5pPr>
      <a:lvl6pPr marL="2162327" algn="l" defTabSz="864931" rtl="0" eaLnBrk="1" latinLnBrk="0" hangingPunct="1">
        <a:defRPr sz="1700" kern="1200">
          <a:solidFill>
            <a:schemeClr val="tx1"/>
          </a:solidFill>
          <a:latin typeface="+mn-lt"/>
          <a:ea typeface="+mn-ea"/>
          <a:cs typeface="+mn-cs"/>
        </a:defRPr>
      </a:lvl6pPr>
      <a:lvl7pPr marL="2594793" algn="l" defTabSz="864931" rtl="0" eaLnBrk="1" latinLnBrk="0" hangingPunct="1">
        <a:defRPr sz="1700" kern="1200">
          <a:solidFill>
            <a:schemeClr val="tx1"/>
          </a:solidFill>
          <a:latin typeface="+mn-lt"/>
          <a:ea typeface="+mn-ea"/>
          <a:cs typeface="+mn-cs"/>
        </a:defRPr>
      </a:lvl7pPr>
      <a:lvl8pPr marL="3027258" algn="l" defTabSz="864931" rtl="0" eaLnBrk="1" latinLnBrk="0" hangingPunct="1">
        <a:defRPr sz="1700" kern="1200">
          <a:solidFill>
            <a:schemeClr val="tx1"/>
          </a:solidFill>
          <a:latin typeface="+mn-lt"/>
          <a:ea typeface="+mn-ea"/>
          <a:cs typeface="+mn-cs"/>
        </a:defRPr>
      </a:lvl8pPr>
      <a:lvl9pPr marL="3459724" algn="l" defTabSz="864931"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mailto:KRosen@PerWork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52B01-7D80-4E4F-8124-27906ABC83ED}"/>
              </a:ext>
            </a:extLst>
          </p:cNvPr>
          <p:cNvSpPr>
            <a:spLocks noGrp="1"/>
          </p:cNvSpPr>
          <p:nvPr>
            <p:ph type="ctrTitle"/>
          </p:nvPr>
        </p:nvSpPr>
        <p:spPr>
          <a:xfrm>
            <a:off x="385952" y="1153211"/>
            <a:ext cx="6933595" cy="763976"/>
          </a:xfrm>
        </p:spPr>
        <p:txBody>
          <a:bodyPr/>
          <a:lstStyle/>
          <a:p>
            <a:pPr>
              <a:lnSpc>
                <a:spcPct val="150000"/>
              </a:lnSpc>
            </a:pPr>
            <a:r>
              <a:rPr lang="en-US" sz="3600" i="1" dirty="0"/>
              <a:t>Universal Sales Pitch Workbook</a:t>
            </a:r>
            <a:endParaRPr lang="en-US" sz="2800" i="1" dirty="0"/>
          </a:p>
        </p:txBody>
      </p:sp>
      <p:sp>
        <p:nvSpPr>
          <p:cNvPr id="3" name="Subtitle 2">
            <a:extLst>
              <a:ext uri="{FF2B5EF4-FFF2-40B4-BE49-F238E27FC236}">
                <a16:creationId xmlns:a16="http://schemas.microsoft.com/office/drawing/2014/main" id="{302E96BB-35E7-457E-BA31-72511C0100AE}"/>
              </a:ext>
            </a:extLst>
          </p:cNvPr>
          <p:cNvSpPr>
            <a:spLocks noGrp="1"/>
          </p:cNvSpPr>
          <p:nvPr>
            <p:ph type="subTitle" idx="1"/>
          </p:nvPr>
        </p:nvSpPr>
        <p:spPr>
          <a:xfrm>
            <a:off x="411442" y="4843917"/>
            <a:ext cx="6933595" cy="522355"/>
          </a:xfrm>
        </p:spPr>
        <p:txBody>
          <a:bodyPr/>
          <a:lstStyle/>
          <a:p>
            <a:pPr>
              <a:spcBef>
                <a:spcPts val="600"/>
              </a:spcBef>
            </a:pPr>
            <a:r>
              <a:rPr lang="en-US" sz="2000" dirty="0">
                <a:solidFill>
                  <a:srgbClr val="000000"/>
                </a:solidFill>
              </a:rPr>
              <a:t>One persuasive story flow for …</a:t>
            </a:r>
          </a:p>
          <a:p>
            <a:pPr>
              <a:spcBef>
                <a:spcPts val="600"/>
              </a:spcBef>
            </a:pPr>
            <a:r>
              <a:rPr lang="en-US" dirty="0">
                <a:solidFill>
                  <a:srgbClr val="000000"/>
                </a:solidFill>
              </a:rPr>
              <a:t>… any product or service.</a:t>
            </a:r>
          </a:p>
          <a:p>
            <a:pPr>
              <a:spcBef>
                <a:spcPts val="600"/>
              </a:spcBef>
            </a:pPr>
            <a:r>
              <a:rPr lang="en-US" dirty="0">
                <a:solidFill>
                  <a:srgbClr val="000000"/>
                </a:solidFill>
              </a:rPr>
              <a:t>… any medium.</a:t>
            </a:r>
          </a:p>
          <a:p>
            <a:pPr>
              <a:spcBef>
                <a:spcPts val="600"/>
              </a:spcBef>
            </a:pPr>
            <a:r>
              <a:rPr lang="en-US" dirty="0">
                <a:solidFill>
                  <a:srgbClr val="000000"/>
                </a:solidFill>
              </a:rPr>
              <a:t>… any length.</a:t>
            </a:r>
          </a:p>
        </p:txBody>
      </p:sp>
      <p:sp>
        <p:nvSpPr>
          <p:cNvPr id="8" name="TextBox 7">
            <a:extLst>
              <a:ext uri="{FF2B5EF4-FFF2-40B4-BE49-F238E27FC236}">
                <a16:creationId xmlns:a16="http://schemas.microsoft.com/office/drawing/2014/main" id="{7066AC9F-A93A-46BA-B8FE-FD7A86109036}"/>
              </a:ext>
            </a:extLst>
          </p:cNvPr>
          <p:cNvSpPr txBox="1"/>
          <p:nvPr/>
        </p:nvSpPr>
        <p:spPr>
          <a:xfrm>
            <a:off x="418223" y="2045829"/>
            <a:ext cx="6036461" cy="400110"/>
          </a:xfrm>
          <a:prstGeom prst="rect">
            <a:avLst/>
          </a:prstGeom>
          <a:noFill/>
        </p:spPr>
        <p:txBody>
          <a:bodyPr wrap="none" rtlCol="0">
            <a:spAutoFit/>
          </a:bodyPr>
          <a:lstStyle/>
          <a:p>
            <a:pPr algn="l"/>
            <a:r>
              <a:rPr lang="en-US" sz="2000" dirty="0">
                <a:latin typeface="Arial Narrow" panose="020B0606020202030204" pitchFamily="34" charset="0"/>
              </a:rPr>
              <a:t>A companion to Performance Works training created for Claris* </a:t>
            </a:r>
          </a:p>
        </p:txBody>
      </p:sp>
      <p:sp>
        <p:nvSpPr>
          <p:cNvPr id="10" name="TextBox 9">
            <a:extLst>
              <a:ext uri="{FF2B5EF4-FFF2-40B4-BE49-F238E27FC236}">
                <a16:creationId xmlns:a16="http://schemas.microsoft.com/office/drawing/2014/main" id="{6B1DBDE5-F199-434B-8FFF-010B435F1A15}"/>
              </a:ext>
            </a:extLst>
          </p:cNvPr>
          <p:cNvSpPr txBox="1"/>
          <p:nvPr/>
        </p:nvSpPr>
        <p:spPr>
          <a:xfrm>
            <a:off x="389811" y="6657943"/>
            <a:ext cx="3972562" cy="200055"/>
          </a:xfrm>
          <a:prstGeom prst="rect">
            <a:avLst/>
          </a:prstGeom>
          <a:noFill/>
        </p:spPr>
        <p:txBody>
          <a:bodyPr wrap="none" rtlCol="0">
            <a:spAutoFit/>
          </a:bodyPr>
          <a:lstStyle/>
          <a:p>
            <a:r>
              <a:rPr lang="en-US" sz="700" dirty="0">
                <a:solidFill>
                  <a:srgbClr val="A96139"/>
                </a:solidFill>
                <a:latin typeface="Calibri" pitchFamily="34" charset="0"/>
                <a:cs typeface="Calibri" pitchFamily="34" charset="0"/>
              </a:rPr>
              <a:t>* Please do not distribute outside of Claris without discussion and agreement with Performance Works.</a:t>
            </a:r>
          </a:p>
        </p:txBody>
      </p:sp>
      <p:pic>
        <p:nvPicPr>
          <p:cNvPr id="12" name="Picture 11">
            <a:extLst>
              <a:ext uri="{FF2B5EF4-FFF2-40B4-BE49-F238E27FC236}">
                <a16:creationId xmlns:a16="http://schemas.microsoft.com/office/drawing/2014/main" id="{342E0855-DAD2-4608-9676-C76EA5CBF2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235" y="213526"/>
            <a:ext cx="2084224" cy="265739"/>
          </a:xfrm>
          <a:prstGeom prst="rect">
            <a:avLst/>
          </a:prstGeom>
        </p:spPr>
      </p:pic>
    </p:spTree>
    <p:extLst>
      <p:ext uri="{BB962C8B-B14F-4D97-AF65-F5344CB8AC3E}">
        <p14:creationId xmlns:p14="http://schemas.microsoft.com/office/powerpoint/2010/main" val="2015309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13D5F7-17AD-4569-B337-34BD7C79816E}"/>
              </a:ext>
            </a:extLst>
          </p:cNvPr>
          <p:cNvSpPr>
            <a:spLocks noGrp="1"/>
          </p:cNvSpPr>
          <p:nvPr>
            <p:ph type="title"/>
          </p:nvPr>
        </p:nvSpPr>
        <p:spPr>
          <a:xfrm>
            <a:off x="290512" y="1096932"/>
            <a:ext cx="8562975" cy="669925"/>
          </a:xfrm>
        </p:spPr>
        <p:txBody>
          <a:bodyPr/>
          <a:lstStyle/>
          <a:p>
            <a:r>
              <a:rPr lang="en-US" sz="2000" b="1" i="1" dirty="0"/>
              <a:t>Universal Sales Pitch</a:t>
            </a:r>
            <a:r>
              <a:rPr lang="en-US" sz="2000" i="1" baseline="20000" dirty="0"/>
              <a:t>™ </a:t>
            </a:r>
            <a:r>
              <a:rPr lang="en-US" sz="2000" b="1" dirty="0"/>
              <a:t>Goals</a:t>
            </a:r>
            <a:endParaRPr lang="en-US" sz="2000" b="1" i="1" baseline="20000" dirty="0"/>
          </a:p>
        </p:txBody>
      </p:sp>
      <p:sp>
        <p:nvSpPr>
          <p:cNvPr id="4" name="Slide Number Placeholder 3">
            <a:extLst>
              <a:ext uri="{FF2B5EF4-FFF2-40B4-BE49-F238E27FC236}">
                <a16:creationId xmlns:a16="http://schemas.microsoft.com/office/drawing/2014/main" id="{7366B511-4740-44C2-8DD3-39770F4134E7}"/>
              </a:ext>
            </a:extLst>
          </p:cNvPr>
          <p:cNvSpPr>
            <a:spLocks noGrp="1"/>
          </p:cNvSpPr>
          <p:nvPr>
            <p:ph type="sldNum" sz="quarter" idx="10"/>
          </p:nvPr>
        </p:nvSpPr>
        <p:spPr/>
        <p:txBody>
          <a:bodyPr/>
          <a:lstStyle/>
          <a:p>
            <a:pPr>
              <a:defRPr/>
            </a:pPr>
            <a:fld id="{2C4E6AFA-3FAE-4255-BB1C-23F1C25378E5}" type="slidenum">
              <a:rPr lang="en-US" smtClean="0"/>
              <a:pPr>
                <a:defRPr/>
              </a:pPr>
              <a:t>2</a:t>
            </a:fld>
            <a:endParaRPr lang="en-US"/>
          </a:p>
        </p:txBody>
      </p:sp>
      <p:sp>
        <p:nvSpPr>
          <p:cNvPr id="6" name="Text Placeholder 5">
            <a:extLst>
              <a:ext uri="{FF2B5EF4-FFF2-40B4-BE49-F238E27FC236}">
                <a16:creationId xmlns:a16="http://schemas.microsoft.com/office/drawing/2014/main" id="{93FD5C8B-3F9A-4A90-98DF-5A9704A23951}"/>
              </a:ext>
            </a:extLst>
          </p:cNvPr>
          <p:cNvSpPr>
            <a:spLocks noGrp="1"/>
          </p:cNvSpPr>
          <p:nvPr>
            <p:ph type="body" sz="quarter" idx="11"/>
          </p:nvPr>
        </p:nvSpPr>
        <p:spPr>
          <a:xfrm>
            <a:off x="290513" y="234781"/>
            <a:ext cx="8562975" cy="1052230"/>
          </a:xfrm>
        </p:spPr>
        <p:txBody>
          <a:bodyPr/>
          <a:lstStyle/>
          <a:p>
            <a:r>
              <a:rPr lang="en-US" dirty="0"/>
              <a:t>The Universal Sales Pitch™ (USP) goal is an easy, repeatable way to create a persuasive story to promote any product or service, in a conversation of any duration, using any media. Core ideas in the USP are </a:t>
            </a:r>
            <a:r>
              <a:rPr lang="en-US" i="1" dirty="0"/>
              <a:t>not</a:t>
            </a:r>
            <a:r>
              <a:rPr lang="en-US" dirty="0"/>
              <a:t> new. Successful sales and marketing people use them daily because we all </a:t>
            </a:r>
            <a:r>
              <a:rPr lang="en-US" i="1" dirty="0"/>
              <a:t>need a base story we can use in multiple ways. </a:t>
            </a:r>
            <a:r>
              <a:rPr lang="en-US" dirty="0"/>
              <a:t>What is different is simplicity and ordering topics </a:t>
            </a:r>
            <a:r>
              <a:rPr lang="en-US" i="1" dirty="0"/>
              <a:t>in the way prospects are ready to hear.</a:t>
            </a:r>
            <a:r>
              <a:rPr lang="en-US" dirty="0"/>
              <a:t> </a:t>
            </a:r>
          </a:p>
        </p:txBody>
      </p:sp>
      <p:graphicFrame>
        <p:nvGraphicFramePr>
          <p:cNvPr id="7" name="Diagram 6">
            <a:extLst>
              <a:ext uri="{FF2B5EF4-FFF2-40B4-BE49-F238E27FC236}">
                <a16:creationId xmlns:a16="http://schemas.microsoft.com/office/drawing/2014/main" id="{99A59CE4-FDF2-4619-A459-DD66DA4356B9}"/>
              </a:ext>
            </a:extLst>
          </p:cNvPr>
          <p:cNvGraphicFramePr/>
          <p:nvPr>
            <p:extLst>
              <p:ext uri="{D42A27DB-BD31-4B8C-83A1-F6EECF244321}">
                <p14:modId xmlns:p14="http://schemas.microsoft.com/office/powerpoint/2010/main" val="2817516769"/>
              </p:ext>
            </p:extLst>
          </p:nvPr>
        </p:nvGraphicFramePr>
        <p:xfrm>
          <a:off x="619224" y="2001883"/>
          <a:ext cx="7759463" cy="43080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4075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66B511-4740-44C2-8DD3-39770F4134E7}"/>
              </a:ext>
            </a:extLst>
          </p:cNvPr>
          <p:cNvSpPr>
            <a:spLocks noGrp="1"/>
          </p:cNvSpPr>
          <p:nvPr>
            <p:ph type="sldNum" sz="quarter" idx="10"/>
          </p:nvPr>
        </p:nvSpPr>
        <p:spPr/>
        <p:txBody>
          <a:bodyPr/>
          <a:lstStyle/>
          <a:p>
            <a:pPr>
              <a:defRPr/>
            </a:pPr>
            <a:fld id="{2C4E6AFA-3FAE-4255-BB1C-23F1C25378E5}" type="slidenum">
              <a:rPr lang="en-US" smtClean="0"/>
              <a:pPr>
                <a:defRPr/>
              </a:pPr>
              <a:t>3</a:t>
            </a:fld>
            <a:endParaRPr lang="en-US"/>
          </a:p>
        </p:txBody>
      </p:sp>
      <p:sp>
        <p:nvSpPr>
          <p:cNvPr id="6" name="Text Placeholder 5">
            <a:extLst>
              <a:ext uri="{FF2B5EF4-FFF2-40B4-BE49-F238E27FC236}">
                <a16:creationId xmlns:a16="http://schemas.microsoft.com/office/drawing/2014/main" id="{93FD5C8B-3F9A-4A90-98DF-5A9704A23951}"/>
              </a:ext>
            </a:extLst>
          </p:cNvPr>
          <p:cNvSpPr>
            <a:spLocks noGrp="1"/>
          </p:cNvSpPr>
          <p:nvPr>
            <p:ph type="body" sz="quarter" idx="11"/>
          </p:nvPr>
        </p:nvSpPr>
        <p:spPr>
          <a:xfrm>
            <a:off x="290513" y="234781"/>
            <a:ext cx="8562975" cy="1052230"/>
          </a:xfrm>
        </p:spPr>
        <p:txBody>
          <a:bodyPr/>
          <a:lstStyle/>
          <a:p>
            <a:r>
              <a:rPr lang="en-US" dirty="0"/>
              <a:t>The Universal Sales Pitch™ flow comprises 5 “chapters.” We start as a trusted advisor in Chapter 1 to avoid making our customer resistant—a classic “Consultative Sell.” We clarify what makes us special in Chapter 2 with features and benefits plus a bit of “Challenger Selling” when appropriate. With differentiation clear, we bring comfort in Chapter 3 with our promise of handholding and a commitment to a “Solution sale.” We then bring confidence in Chapter 4 with proof that others </a:t>
            </a:r>
            <a:r>
              <a:rPr lang="en-US" i="1" dirty="0"/>
              <a:t>similar to our prospect</a:t>
            </a:r>
            <a:r>
              <a:rPr lang="en-US" dirty="0"/>
              <a:t> see our value – ROI with a “Reference Sell.” Finally, we end with specific actions to get started in Chapter 5.</a:t>
            </a:r>
          </a:p>
        </p:txBody>
      </p:sp>
      <p:grpSp>
        <p:nvGrpSpPr>
          <p:cNvPr id="105" name="Group 104">
            <a:extLst>
              <a:ext uri="{FF2B5EF4-FFF2-40B4-BE49-F238E27FC236}">
                <a16:creationId xmlns:a16="http://schemas.microsoft.com/office/drawing/2014/main" id="{A68E8815-93D1-4362-9508-D4818F1BF4E3}"/>
              </a:ext>
            </a:extLst>
          </p:cNvPr>
          <p:cNvGrpSpPr/>
          <p:nvPr/>
        </p:nvGrpSpPr>
        <p:grpSpPr>
          <a:xfrm>
            <a:off x="2220711" y="1199505"/>
            <a:ext cx="4620948" cy="5266933"/>
            <a:chOff x="669496" y="1335580"/>
            <a:chExt cx="4620948" cy="5266933"/>
          </a:xfrm>
        </p:grpSpPr>
        <p:grpSp>
          <p:nvGrpSpPr>
            <p:cNvPr id="51" name="Group 50">
              <a:extLst>
                <a:ext uri="{FF2B5EF4-FFF2-40B4-BE49-F238E27FC236}">
                  <a16:creationId xmlns:a16="http://schemas.microsoft.com/office/drawing/2014/main" id="{B93A9FA4-3110-4DB5-B422-7A1A927C39A9}"/>
                </a:ext>
              </a:extLst>
            </p:cNvPr>
            <p:cNvGrpSpPr/>
            <p:nvPr/>
          </p:nvGrpSpPr>
          <p:grpSpPr>
            <a:xfrm>
              <a:off x="669496" y="1917233"/>
              <a:ext cx="4620948" cy="634831"/>
              <a:chOff x="332038" y="2158189"/>
              <a:chExt cx="4620948" cy="634831"/>
            </a:xfrm>
          </p:grpSpPr>
          <p:sp>
            <p:nvSpPr>
              <p:cNvPr id="29" name="Rectangle 53">
                <a:extLst>
                  <a:ext uri="{FF2B5EF4-FFF2-40B4-BE49-F238E27FC236}">
                    <a16:creationId xmlns:a16="http://schemas.microsoft.com/office/drawing/2014/main" id="{3D16C4CF-4E35-43F0-A339-55F22C031321}"/>
                  </a:ext>
                </a:extLst>
              </p:cNvPr>
              <p:cNvSpPr>
                <a:spLocks noChangeArrowheads="1"/>
              </p:cNvSpPr>
              <p:nvPr/>
            </p:nvSpPr>
            <p:spPr bwMode="auto">
              <a:xfrm flipH="1">
                <a:off x="332038" y="2158189"/>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1:</a:t>
                </a:r>
              </a:p>
            </p:txBody>
          </p:sp>
          <p:sp>
            <p:nvSpPr>
              <p:cNvPr id="34" name="TextBox 33">
                <a:extLst>
                  <a:ext uri="{FF2B5EF4-FFF2-40B4-BE49-F238E27FC236}">
                    <a16:creationId xmlns:a16="http://schemas.microsoft.com/office/drawing/2014/main" id="{ED4AF200-0500-4B68-A967-77816987BDFD}"/>
                  </a:ext>
                </a:extLst>
              </p:cNvPr>
              <p:cNvSpPr txBox="1"/>
              <p:nvPr/>
            </p:nvSpPr>
            <p:spPr>
              <a:xfrm>
                <a:off x="332038" y="2455633"/>
                <a:ext cx="4620948"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You need </a:t>
                </a:r>
                <a:r>
                  <a:rPr lang="en-US" sz="1800" b="1" dirty="0">
                    <a:solidFill>
                      <a:srgbClr val="FFCC99"/>
                    </a:solidFill>
                    <a:latin typeface="+mn-lt"/>
                  </a:rPr>
                  <a:t>this category.</a:t>
                </a:r>
                <a:endParaRPr lang="en-US" sz="3600" b="1" dirty="0">
                  <a:solidFill>
                    <a:srgbClr val="FFCC99"/>
                  </a:solidFill>
                  <a:latin typeface="+mn-lt"/>
                </a:endParaRPr>
              </a:p>
            </p:txBody>
          </p:sp>
        </p:grpSp>
        <p:grpSp>
          <p:nvGrpSpPr>
            <p:cNvPr id="73" name="Group 72">
              <a:extLst>
                <a:ext uri="{FF2B5EF4-FFF2-40B4-BE49-F238E27FC236}">
                  <a16:creationId xmlns:a16="http://schemas.microsoft.com/office/drawing/2014/main" id="{83202A84-7F3E-4AA3-AAD2-3EC322B6C441}"/>
                </a:ext>
              </a:extLst>
            </p:cNvPr>
            <p:cNvGrpSpPr/>
            <p:nvPr/>
          </p:nvGrpSpPr>
          <p:grpSpPr>
            <a:xfrm>
              <a:off x="669496" y="2929845"/>
              <a:ext cx="4193803" cy="634831"/>
              <a:chOff x="332038" y="3110562"/>
              <a:chExt cx="4193803" cy="634831"/>
            </a:xfrm>
          </p:grpSpPr>
          <p:sp>
            <p:nvSpPr>
              <p:cNvPr id="30" name="Rectangle 53">
                <a:extLst>
                  <a:ext uri="{FF2B5EF4-FFF2-40B4-BE49-F238E27FC236}">
                    <a16:creationId xmlns:a16="http://schemas.microsoft.com/office/drawing/2014/main" id="{7C2E3EFC-413E-4699-8433-9D4DD4B9E3DD}"/>
                  </a:ext>
                </a:extLst>
              </p:cNvPr>
              <p:cNvSpPr>
                <a:spLocks noChangeArrowheads="1"/>
              </p:cNvSpPr>
              <p:nvPr/>
            </p:nvSpPr>
            <p:spPr bwMode="auto">
              <a:xfrm flipH="1">
                <a:off x="332038" y="3110562"/>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2:</a:t>
                </a:r>
              </a:p>
            </p:txBody>
          </p:sp>
          <p:sp>
            <p:nvSpPr>
              <p:cNvPr id="35" name="TextBox 34">
                <a:extLst>
                  <a:ext uri="{FF2B5EF4-FFF2-40B4-BE49-F238E27FC236}">
                    <a16:creationId xmlns:a16="http://schemas.microsoft.com/office/drawing/2014/main" id="{72C0F2AB-7C43-4789-BEB4-4953DBCAF50D}"/>
                  </a:ext>
                </a:extLst>
              </p:cNvPr>
              <p:cNvSpPr txBox="1"/>
              <p:nvPr/>
            </p:nvSpPr>
            <p:spPr>
              <a:xfrm>
                <a:off x="332038" y="3330965"/>
                <a:ext cx="4193803"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You need </a:t>
                </a:r>
                <a:r>
                  <a:rPr lang="en-US" sz="1800" b="1" dirty="0">
                    <a:solidFill>
                      <a:srgbClr val="FFCC99"/>
                    </a:solidFill>
                    <a:latin typeface="+mn-lt"/>
                  </a:rPr>
                  <a:t>our version </a:t>
                </a:r>
                <a:r>
                  <a:rPr lang="en-US" sz="1800" dirty="0">
                    <a:solidFill>
                      <a:srgbClr val="FFCC99"/>
                    </a:solidFill>
                    <a:latin typeface="+mn-lt"/>
                  </a:rPr>
                  <a:t>of this category.</a:t>
                </a:r>
                <a:endParaRPr lang="en-US" sz="3600" dirty="0">
                  <a:solidFill>
                    <a:srgbClr val="FFCC99"/>
                  </a:solidFill>
                  <a:latin typeface="+mn-lt"/>
                </a:endParaRPr>
              </a:p>
            </p:txBody>
          </p:sp>
        </p:grpSp>
        <p:grpSp>
          <p:nvGrpSpPr>
            <p:cNvPr id="74" name="Group 73">
              <a:extLst>
                <a:ext uri="{FF2B5EF4-FFF2-40B4-BE49-F238E27FC236}">
                  <a16:creationId xmlns:a16="http://schemas.microsoft.com/office/drawing/2014/main" id="{0B513BBA-E0FE-4789-B4B9-76D2E477384C}"/>
                </a:ext>
              </a:extLst>
            </p:cNvPr>
            <p:cNvGrpSpPr/>
            <p:nvPr/>
          </p:nvGrpSpPr>
          <p:grpSpPr>
            <a:xfrm>
              <a:off x="669496" y="3942457"/>
              <a:ext cx="4193803" cy="634831"/>
              <a:chOff x="332038" y="4062935"/>
              <a:chExt cx="4193803" cy="634831"/>
            </a:xfrm>
          </p:grpSpPr>
          <p:sp>
            <p:nvSpPr>
              <p:cNvPr id="31" name="Rectangle 53">
                <a:extLst>
                  <a:ext uri="{FF2B5EF4-FFF2-40B4-BE49-F238E27FC236}">
                    <a16:creationId xmlns:a16="http://schemas.microsoft.com/office/drawing/2014/main" id="{B3E15BA8-2D6A-48C0-A468-3F7B826063BE}"/>
                  </a:ext>
                </a:extLst>
              </p:cNvPr>
              <p:cNvSpPr>
                <a:spLocks noChangeArrowheads="1"/>
              </p:cNvSpPr>
              <p:nvPr/>
            </p:nvSpPr>
            <p:spPr bwMode="auto">
              <a:xfrm flipH="1">
                <a:off x="332038" y="4062935"/>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3:</a:t>
                </a:r>
              </a:p>
            </p:txBody>
          </p:sp>
          <p:sp>
            <p:nvSpPr>
              <p:cNvPr id="36" name="TextBox 35">
                <a:extLst>
                  <a:ext uri="{FF2B5EF4-FFF2-40B4-BE49-F238E27FC236}">
                    <a16:creationId xmlns:a16="http://schemas.microsoft.com/office/drawing/2014/main" id="{871D9F8A-EF94-41E7-8A20-C01B9EFF0ACD}"/>
                  </a:ext>
                </a:extLst>
              </p:cNvPr>
              <p:cNvSpPr txBox="1"/>
              <p:nvPr/>
            </p:nvSpPr>
            <p:spPr>
              <a:xfrm>
                <a:off x="332040" y="4276334"/>
                <a:ext cx="4090251"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We’ll </a:t>
                </a:r>
                <a:r>
                  <a:rPr lang="en-US" sz="1800" b="1" dirty="0">
                    <a:solidFill>
                      <a:srgbClr val="FFCC99"/>
                    </a:solidFill>
                    <a:latin typeface="+mn-lt"/>
                  </a:rPr>
                  <a:t>hold your hand </a:t>
                </a:r>
                <a:r>
                  <a:rPr lang="en-US" sz="1800" dirty="0">
                    <a:solidFill>
                      <a:srgbClr val="FFCC99"/>
                    </a:solidFill>
                    <a:latin typeface="+mn-lt"/>
                  </a:rPr>
                  <a:t>every step of the way.</a:t>
                </a:r>
                <a:endParaRPr lang="en-US" sz="3600" dirty="0">
                  <a:solidFill>
                    <a:srgbClr val="FFCC99"/>
                  </a:solidFill>
                  <a:latin typeface="+mn-lt"/>
                </a:endParaRPr>
              </a:p>
            </p:txBody>
          </p:sp>
        </p:grpSp>
        <p:grpSp>
          <p:nvGrpSpPr>
            <p:cNvPr id="75" name="Group 74">
              <a:extLst>
                <a:ext uri="{FF2B5EF4-FFF2-40B4-BE49-F238E27FC236}">
                  <a16:creationId xmlns:a16="http://schemas.microsoft.com/office/drawing/2014/main" id="{D49AC054-EEEF-4F4E-889B-E855FE851273}"/>
                </a:ext>
              </a:extLst>
            </p:cNvPr>
            <p:cNvGrpSpPr/>
            <p:nvPr/>
          </p:nvGrpSpPr>
          <p:grpSpPr>
            <a:xfrm>
              <a:off x="669496" y="4955069"/>
              <a:ext cx="4193803" cy="634831"/>
              <a:chOff x="332038" y="5015308"/>
              <a:chExt cx="4193803" cy="634831"/>
            </a:xfrm>
          </p:grpSpPr>
          <p:sp>
            <p:nvSpPr>
              <p:cNvPr id="32" name="Rectangle 53">
                <a:extLst>
                  <a:ext uri="{FF2B5EF4-FFF2-40B4-BE49-F238E27FC236}">
                    <a16:creationId xmlns:a16="http://schemas.microsoft.com/office/drawing/2014/main" id="{7ED54B73-903F-4D95-8DAD-2D63E0FD0F61}"/>
                  </a:ext>
                </a:extLst>
              </p:cNvPr>
              <p:cNvSpPr>
                <a:spLocks noChangeArrowheads="1"/>
              </p:cNvSpPr>
              <p:nvPr/>
            </p:nvSpPr>
            <p:spPr bwMode="auto">
              <a:xfrm flipH="1">
                <a:off x="332038" y="5015308"/>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4:</a:t>
                </a:r>
              </a:p>
            </p:txBody>
          </p:sp>
          <p:sp>
            <p:nvSpPr>
              <p:cNvPr id="37" name="TextBox 36">
                <a:extLst>
                  <a:ext uri="{FF2B5EF4-FFF2-40B4-BE49-F238E27FC236}">
                    <a16:creationId xmlns:a16="http://schemas.microsoft.com/office/drawing/2014/main" id="{B9F696E3-C583-4358-A395-CCE670B116E3}"/>
                  </a:ext>
                </a:extLst>
              </p:cNvPr>
              <p:cNvSpPr txBox="1"/>
              <p:nvPr/>
            </p:nvSpPr>
            <p:spPr>
              <a:xfrm>
                <a:off x="332040" y="5312752"/>
                <a:ext cx="4090251"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You are </a:t>
                </a:r>
                <a:r>
                  <a:rPr lang="en-US" sz="1800" b="1" dirty="0">
                    <a:solidFill>
                      <a:srgbClr val="FFCC99"/>
                    </a:solidFill>
                    <a:latin typeface="+mn-lt"/>
                  </a:rPr>
                  <a:t>not alone.</a:t>
                </a:r>
                <a:endParaRPr lang="en-US" sz="3600" b="1" dirty="0">
                  <a:solidFill>
                    <a:srgbClr val="FFCC99"/>
                  </a:solidFill>
                  <a:latin typeface="+mn-lt"/>
                </a:endParaRPr>
              </a:p>
            </p:txBody>
          </p:sp>
        </p:grpSp>
        <p:grpSp>
          <p:nvGrpSpPr>
            <p:cNvPr id="97" name="Group 96">
              <a:extLst>
                <a:ext uri="{FF2B5EF4-FFF2-40B4-BE49-F238E27FC236}">
                  <a16:creationId xmlns:a16="http://schemas.microsoft.com/office/drawing/2014/main" id="{C0EF0FE3-45FD-4704-AF08-04C11C19312A}"/>
                </a:ext>
              </a:extLst>
            </p:cNvPr>
            <p:cNvGrpSpPr/>
            <p:nvPr/>
          </p:nvGrpSpPr>
          <p:grpSpPr>
            <a:xfrm>
              <a:off x="669496" y="5967682"/>
              <a:ext cx="4193803" cy="634831"/>
              <a:chOff x="332038" y="5967682"/>
              <a:chExt cx="4193803" cy="634831"/>
            </a:xfrm>
          </p:grpSpPr>
          <p:sp>
            <p:nvSpPr>
              <p:cNvPr id="33" name="Rectangle 53">
                <a:extLst>
                  <a:ext uri="{FF2B5EF4-FFF2-40B4-BE49-F238E27FC236}">
                    <a16:creationId xmlns:a16="http://schemas.microsoft.com/office/drawing/2014/main" id="{DAEE6BEE-1512-4014-8862-5A9672311AA9}"/>
                  </a:ext>
                </a:extLst>
              </p:cNvPr>
              <p:cNvSpPr>
                <a:spLocks noChangeArrowheads="1"/>
              </p:cNvSpPr>
              <p:nvPr/>
            </p:nvSpPr>
            <p:spPr bwMode="auto">
              <a:xfrm flipH="1">
                <a:off x="332038" y="5967682"/>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5:</a:t>
                </a:r>
              </a:p>
            </p:txBody>
          </p:sp>
          <p:sp>
            <p:nvSpPr>
              <p:cNvPr id="38" name="TextBox 37">
                <a:extLst>
                  <a:ext uri="{FF2B5EF4-FFF2-40B4-BE49-F238E27FC236}">
                    <a16:creationId xmlns:a16="http://schemas.microsoft.com/office/drawing/2014/main" id="{7DF96D58-F480-4986-80E9-3F1EB020A8CA}"/>
                  </a:ext>
                </a:extLst>
              </p:cNvPr>
              <p:cNvSpPr txBox="1"/>
              <p:nvPr/>
            </p:nvSpPr>
            <p:spPr>
              <a:xfrm>
                <a:off x="332040" y="6269435"/>
                <a:ext cx="4090251"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Let’s</a:t>
                </a:r>
                <a:r>
                  <a:rPr lang="en-US" sz="1800" b="1" dirty="0">
                    <a:solidFill>
                      <a:srgbClr val="FFCC99"/>
                    </a:solidFill>
                    <a:latin typeface="+mn-lt"/>
                  </a:rPr>
                  <a:t> get started.</a:t>
                </a:r>
                <a:endParaRPr lang="en-US" sz="3600" b="1" dirty="0">
                  <a:solidFill>
                    <a:srgbClr val="FFCC99"/>
                  </a:solidFill>
                  <a:latin typeface="+mn-lt"/>
                </a:endParaRPr>
              </a:p>
            </p:txBody>
          </p:sp>
        </p:grpSp>
        <p:sp>
          <p:nvSpPr>
            <p:cNvPr id="39" name="TextBox 38">
              <a:extLst>
                <a:ext uri="{FF2B5EF4-FFF2-40B4-BE49-F238E27FC236}">
                  <a16:creationId xmlns:a16="http://schemas.microsoft.com/office/drawing/2014/main" id="{6B9633EA-08D8-4977-B236-64787B2E05F9}"/>
                </a:ext>
              </a:extLst>
            </p:cNvPr>
            <p:cNvSpPr txBox="1"/>
            <p:nvPr/>
          </p:nvSpPr>
          <p:spPr>
            <a:xfrm>
              <a:off x="1100990" y="1335580"/>
              <a:ext cx="3261846" cy="400110"/>
            </a:xfrm>
            <a:prstGeom prst="rect">
              <a:avLst/>
            </a:prstGeom>
            <a:noFill/>
          </p:spPr>
          <p:txBody>
            <a:bodyPr wrap="square">
              <a:spAutoFit/>
            </a:bodyPr>
            <a:lstStyle/>
            <a:p>
              <a:pPr>
                <a:defRPr/>
              </a:pPr>
              <a:r>
                <a:rPr lang="en-US" sz="2000" b="1" dirty="0">
                  <a:solidFill>
                    <a:srgbClr val="2E5BB6"/>
                  </a:solidFill>
                  <a:latin typeface="+mn-lt"/>
                  <a:ea typeface="+mj-ea"/>
                  <a:cs typeface="Calibri" pitchFamily="34" charset="0"/>
                </a:rPr>
                <a:t>Five Chapters</a:t>
              </a:r>
            </a:p>
          </p:txBody>
        </p:sp>
      </p:grpSp>
    </p:spTree>
    <p:extLst>
      <p:ext uri="{BB962C8B-B14F-4D97-AF65-F5344CB8AC3E}">
        <p14:creationId xmlns:p14="http://schemas.microsoft.com/office/powerpoint/2010/main" val="3806048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F1A3-3CE5-4FBF-A691-F12A33235B07}"/>
              </a:ext>
            </a:extLst>
          </p:cNvPr>
          <p:cNvSpPr>
            <a:spLocks noGrp="1"/>
          </p:cNvSpPr>
          <p:nvPr>
            <p:ph type="title"/>
          </p:nvPr>
        </p:nvSpPr>
        <p:spPr/>
        <p:txBody>
          <a:bodyPr/>
          <a:lstStyle/>
          <a:p>
            <a:pPr>
              <a:lnSpc>
                <a:spcPct val="150000"/>
              </a:lnSpc>
            </a:pPr>
            <a:r>
              <a:rPr lang="en-US" b="1" dirty="0"/>
              <a:t>Chapter 1: </a:t>
            </a:r>
            <a:r>
              <a:rPr lang="en-US" dirty="0"/>
              <a:t>You need </a:t>
            </a:r>
            <a:r>
              <a:rPr lang="en-US" b="1" dirty="0"/>
              <a:t>this</a:t>
            </a:r>
            <a:r>
              <a:rPr lang="en-US" dirty="0"/>
              <a:t> </a:t>
            </a:r>
            <a:r>
              <a:rPr lang="en-US" b="1" dirty="0"/>
              <a:t>category</a:t>
            </a:r>
            <a:br>
              <a:rPr lang="en-US" dirty="0"/>
            </a:br>
            <a:r>
              <a:rPr lang="en-US" sz="1600" dirty="0"/>
              <a:t>What is </a:t>
            </a:r>
            <a:r>
              <a:rPr lang="en-US" sz="1600" b="1" i="1" dirty="0"/>
              <a:t>your</a:t>
            </a:r>
            <a:r>
              <a:rPr lang="en-US" sz="1600" dirty="0"/>
              <a:t> category and how does this category help your prospects?</a:t>
            </a:r>
            <a:endParaRPr lang="en-US" dirty="0"/>
          </a:p>
        </p:txBody>
      </p:sp>
      <p:sp>
        <p:nvSpPr>
          <p:cNvPr id="3" name="Slide Number Placeholder 2">
            <a:extLst>
              <a:ext uri="{FF2B5EF4-FFF2-40B4-BE49-F238E27FC236}">
                <a16:creationId xmlns:a16="http://schemas.microsoft.com/office/drawing/2014/main" id="{5D17D6E5-EB6F-40D8-8094-7BE9D5079533}"/>
              </a:ext>
            </a:extLst>
          </p:cNvPr>
          <p:cNvSpPr>
            <a:spLocks noGrp="1"/>
          </p:cNvSpPr>
          <p:nvPr>
            <p:ph type="sldNum" sz="quarter" idx="10"/>
          </p:nvPr>
        </p:nvSpPr>
        <p:spPr/>
        <p:txBody>
          <a:bodyPr/>
          <a:lstStyle/>
          <a:p>
            <a:pPr>
              <a:defRPr/>
            </a:pPr>
            <a:fld id="{DFE0C305-EB60-4410-962D-772AA82E3DED}" type="slidenum">
              <a:rPr lang="en-US" smtClean="0"/>
              <a:pPr>
                <a:defRPr/>
              </a:pPr>
              <a:t>4</a:t>
            </a:fld>
            <a:endParaRPr lang="en-US"/>
          </a:p>
        </p:txBody>
      </p:sp>
      <p:sp>
        <p:nvSpPr>
          <p:cNvPr id="4" name="Text Placeholder 3">
            <a:extLst>
              <a:ext uri="{FF2B5EF4-FFF2-40B4-BE49-F238E27FC236}">
                <a16:creationId xmlns:a16="http://schemas.microsoft.com/office/drawing/2014/main" id="{04E7F840-03A9-4B00-85C4-49993C304340}"/>
              </a:ext>
            </a:extLst>
          </p:cNvPr>
          <p:cNvSpPr>
            <a:spLocks noGrp="1"/>
          </p:cNvSpPr>
          <p:nvPr>
            <p:ph type="body" sz="quarter" idx="11"/>
          </p:nvPr>
        </p:nvSpPr>
        <p:spPr>
          <a:xfrm>
            <a:off x="290513" y="1115699"/>
            <a:ext cx="8657037" cy="1806407"/>
          </a:xfrm>
        </p:spPr>
        <p:txBody>
          <a:bodyPr/>
          <a:lstStyle/>
          <a:p>
            <a:r>
              <a:rPr lang="en-US" dirty="0"/>
              <a:t>Chapter 1, </a:t>
            </a:r>
            <a:r>
              <a:rPr lang="en-US" i="1" dirty="0"/>
              <a:t>You Need This Category, </a:t>
            </a:r>
            <a:r>
              <a:rPr lang="en-US" dirty="0"/>
              <a:t>delivers helpful, </a:t>
            </a:r>
            <a:r>
              <a:rPr lang="en-US" i="1" dirty="0"/>
              <a:t>objective</a:t>
            </a:r>
            <a:r>
              <a:rPr lang="en-US" dirty="0"/>
              <a:t> advice </a:t>
            </a:r>
            <a:r>
              <a:rPr lang="en-US" i="1" dirty="0"/>
              <a:t>to improve your prospect’s life</a:t>
            </a:r>
            <a:r>
              <a:rPr lang="en-US" dirty="0"/>
              <a:t>. To do that, you </a:t>
            </a:r>
            <a:r>
              <a:rPr lang="en-US" i="1" dirty="0"/>
              <a:t>need</a:t>
            </a:r>
            <a:r>
              <a:rPr lang="en-US" dirty="0"/>
              <a:t> to know the problem you solve. You need to know your audience: pains, dreams, fears, constraints. From there, how you get started sets you up for success: What is the CATEGORY for your product or service? This is not about diving into features. It’s about guiding a customer to a better life. So think of “category” in the broadest sense. Of course, it starts with direct competitors. It usually also includes indirect competitors with </a:t>
            </a:r>
            <a:r>
              <a:rPr lang="en-US" i="1" dirty="0"/>
              <a:t>totally</a:t>
            </a:r>
            <a:r>
              <a:rPr lang="en-US" dirty="0"/>
              <a:t> different approaches to achieving the same goals. Examples of categories include “electric cars,” “financial planning services,” “home decorating services,” “irrigation systems,” “food delivery,” “household storage,” etc. </a:t>
            </a:r>
            <a:br>
              <a:rPr lang="en-US" dirty="0"/>
            </a:br>
            <a:r>
              <a:rPr lang="en-US" dirty="0"/>
              <a:t>Tips: </a:t>
            </a:r>
          </a:p>
          <a:p>
            <a:pPr marL="171450" lvl="0" indent="-171450">
              <a:spcBef>
                <a:spcPts val="100"/>
              </a:spcBef>
              <a:buFont typeface="Arial" panose="020B0604020202020204" pitchFamily="34" charset="0"/>
              <a:buChar char="•"/>
            </a:pPr>
            <a:r>
              <a:rPr lang="en-US" dirty="0"/>
              <a:t>Put yourself in the shoes of your customer. Chapter 1 is based on solving a problem, so </a:t>
            </a:r>
            <a:r>
              <a:rPr lang="en-US" i="1" dirty="0"/>
              <a:t>customer segments with different pains will require ”just enough” variation.</a:t>
            </a:r>
            <a:r>
              <a:rPr lang="en-US" dirty="0"/>
              <a:t> Try to use the words </a:t>
            </a:r>
            <a:r>
              <a:rPr lang="en-US" i="1" dirty="0"/>
              <a:t>your customers use </a:t>
            </a:r>
            <a:r>
              <a:rPr lang="en-US" dirty="0"/>
              <a:t>to describe both the pain and potential solutions.</a:t>
            </a:r>
          </a:p>
          <a:p>
            <a:pPr marL="171450" lvl="0" indent="-171450">
              <a:spcBef>
                <a:spcPts val="100"/>
              </a:spcBef>
              <a:buFont typeface="Arial" panose="020B0604020202020204" pitchFamily="34" charset="0"/>
              <a:buChar char="•"/>
            </a:pPr>
            <a:r>
              <a:rPr lang="en-US" dirty="0"/>
              <a:t>Although the category includes ALL the competitive ways to solve the problem, be careful not to use a category that’s so big you don’t know what problem is being solved. For example, categories that are probably too big include examples like “professional services,” “transportation vehicles,” or “household appliances.”</a:t>
            </a:r>
          </a:p>
          <a:p>
            <a:endParaRPr lang="en-US" dirty="0"/>
          </a:p>
        </p:txBody>
      </p:sp>
      <p:sp>
        <p:nvSpPr>
          <p:cNvPr id="5" name="Rectangle 4">
            <a:extLst>
              <a:ext uri="{FF2B5EF4-FFF2-40B4-BE49-F238E27FC236}">
                <a16:creationId xmlns:a16="http://schemas.microsoft.com/office/drawing/2014/main" id="{B8F6580A-8925-4B48-853A-76CD3BBA5DA1}"/>
              </a:ext>
            </a:extLst>
          </p:cNvPr>
          <p:cNvSpPr/>
          <p:nvPr/>
        </p:nvSpPr>
        <p:spPr>
          <a:xfrm>
            <a:off x="296562" y="2927046"/>
            <a:ext cx="8657037" cy="1336912"/>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endParaRPr lang="en-US" sz="1400" dirty="0">
              <a:latin typeface="Arial Narrow" panose="020B0606020202030204" pitchFamily="34" charset="0"/>
              <a:cs typeface="Calibri"/>
            </a:endParaRPr>
          </a:p>
        </p:txBody>
      </p:sp>
      <p:sp>
        <p:nvSpPr>
          <p:cNvPr id="6" name="Text Placeholder 3">
            <a:extLst>
              <a:ext uri="{FF2B5EF4-FFF2-40B4-BE49-F238E27FC236}">
                <a16:creationId xmlns:a16="http://schemas.microsoft.com/office/drawing/2014/main" id="{EFDA5428-406D-4C10-ADA7-4C2C5FEFB44F}"/>
              </a:ext>
            </a:extLst>
          </p:cNvPr>
          <p:cNvSpPr txBox="1">
            <a:spLocks/>
          </p:cNvSpPr>
          <p:nvPr/>
        </p:nvSpPr>
        <p:spPr bwMode="auto">
          <a:xfrm>
            <a:off x="290513" y="4181473"/>
            <a:ext cx="8562975" cy="612567"/>
          </a:xfrm>
          <a:prstGeom prst="rect">
            <a:avLst/>
          </a:prstGeom>
          <a:noFill/>
          <a:ln w="9525">
            <a:noFill/>
            <a:miter lim="800000"/>
            <a:headEnd/>
            <a:tailEnd/>
          </a:ln>
        </p:spPr>
        <p:txBody>
          <a:bodyPr vert="horz" wrap="square" lIns="91399" tIns="45700" rIns="91399" bIns="45700" numCol="1" anchor="t" anchorCtr="0" compatLnSpc="1">
            <a:prstTxWarp prst="textNoShape">
              <a:avLst/>
            </a:prstTxWarp>
          </a:bodyPr>
          <a:lstStyle>
            <a:lvl1pPr marL="0" indent="0" algn="l" rtl="0" fontAlgn="base">
              <a:spcBef>
                <a:spcPct val="30000"/>
              </a:spcBef>
              <a:spcAft>
                <a:spcPct val="0"/>
              </a:spcAft>
              <a:buClr>
                <a:srgbClr val="2E5BB6"/>
              </a:buClr>
              <a:buSzPct val="60000"/>
              <a:buFont typeface="Wingdings" panose="05000000000000000000" pitchFamily="2" charset="2"/>
              <a:buNone/>
              <a:defRPr sz="1100">
                <a:solidFill>
                  <a:schemeClr val="tx1"/>
                </a:solidFill>
                <a:latin typeface="Arial Narrow" panose="020B0606020202030204" pitchFamily="34" charset="0"/>
                <a:ea typeface="+mn-ea"/>
                <a:cs typeface="Calibri" pitchFamily="34" charset="0"/>
              </a:defRPr>
            </a:lvl1pPr>
            <a:lvl2pPr marL="344488" indent="-171450" algn="l" rtl="0" fontAlgn="base">
              <a:lnSpc>
                <a:spcPct val="90000"/>
              </a:lnSpc>
              <a:spcBef>
                <a:spcPct val="20000"/>
              </a:spcBef>
              <a:spcAft>
                <a:spcPct val="0"/>
              </a:spcAft>
              <a:buClr>
                <a:srgbClr val="2E5BB6"/>
              </a:buClr>
              <a:buSzPct val="65000"/>
              <a:buFont typeface="Courier New" panose="02070309020205020404" pitchFamily="49" charset="0"/>
              <a:buChar char="o"/>
              <a:defRPr sz="1400">
                <a:solidFill>
                  <a:schemeClr val="tx1"/>
                </a:solidFill>
                <a:latin typeface="Arial Narrow" panose="020B0606020202030204" pitchFamily="34" charset="0"/>
                <a:cs typeface="Calibri" pitchFamily="34" charset="0"/>
              </a:defRPr>
            </a:lvl2pPr>
            <a:lvl3pPr marL="747713" indent="-236538" algn="l" rtl="0" fontAlgn="base">
              <a:lnSpc>
                <a:spcPct val="90000"/>
              </a:lnSpc>
              <a:spcBef>
                <a:spcPct val="20000"/>
              </a:spcBef>
              <a:spcAft>
                <a:spcPct val="0"/>
              </a:spcAft>
              <a:buChar char="•"/>
              <a:defRPr sz="1400">
                <a:solidFill>
                  <a:schemeClr val="tx1"/>
                </a:solidFill>
                <a:latin typeface="Arial Narrow" panose="020B0606020202030204" pitchFamily="34" charset="0"/>
                <a:cs typeface="Calibri" pitchFamily="34" charset="0"/>
              </a:defRPr>
            </a:lvl3pPr>
            <a:lvl4pPr marL="1600200" indent="-342900" algn="l" rtl="0" fontAlgn="base">
              <a:lnSpc>
                <a:spcPct val="90000"/>
              </a:lnSpc>
              <a:spcBef>
                <a:spcPct val="20000"/>
              </a:spcBef>
              <a:spcAft>
                <a:spcPct val="0"/>
              </a:spcAft>
              <a:buChar char="–"/>
              <a:defRPr sz="1600">
                <a:solidFill>
                  <a:schemeClr val="tx1"/>
                </a:solidFill>
                <a:latin typeface="Calibri" pitchFamily="34" charset="0"/>
                <a:cs typeface="Calibri" pitchFamily="34" charset="0"/>
              </a:defRPr>
            </a:lvl4pPr>
            <a:lvl5pPr marL="2386013" indent="-323850" algn="l" rtl="0" fontAlgn="base">
              <a:lnSpc>
                <a:spcPct val="90000"/>
              </a:lnSpc>
              <a:spcBef>
                <a:spcPct val="20000"/>
              </a:spcBef>
              <a:spcAft>
                <a:spcPct val="0"/>
              </a:spcAft>
              <a:buClr>
                <a:schemeClr val="tx2"/>
              </a:buClr>
              <a:buChar char="–"/>
              <a:defRPr sz="1600">
                <a:solidFill>
                  <a:schemeClr val="tx1"/>
                </a:solidFill>
                <a:latin typeface="Calibri" pitchFamily="34" charset="0"/>
                <a:cs typeface="Calibri" pitchFamily="34" charset="0"/>
              </a:defRPr>
            </a:lvl5pPr>
            <a:lvl6pPr marL="2818534"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6pPr>
            <a:lvl7pPr marL="3251000"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7pPr>
            <a:lvl8pPr marL="3683465"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8pPr>
            <a:lvl9pPr marL="4115931"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9pPr>
          </a:lstStyle>
          <a:p>
            <a:r>
              <a:rPr lang="en-US" dirty="0"/>
              <a:t>Why is using ANY provider related to this category beneficial for your customer? How does using ANY high-quality offering in this category make their life </a:t>
            </a:r>
            <a:r>
              <a:rPr lang="en-US" i="1" dirty="0"/>
              <a:t>better</a:t>
            </a:r>
            <a:r>
              <a:rPr lang="en-US" dirty="0"/>
              <a:t>? </a:t>
            </a:r>
          </a:p>
          <a:p>
            <a:r>
              <a:rPr lang="en-US" dirty="0"/>
              <a:t>Tips:</a:t>
            </a:r>
          </a:p>
          <a:p>
            <a:pPr marL="171450" lvl="0" indent="-171450">
              <a:spcBef>
                <a:spcPts val="100"/>
              </a:spcBef>
              <a:buFont typeface="Arial" panose="020B0604020202020204" pitchFamily="34" charset="0"/>
              <a:buChar char="•"/>
            </a:pPr>
            <a:r>
              <a:rPr lang="en-US" dirty="0"/>
              <a:t>What are the problems, pains, costs, or wasted time they avoid?</a:t>
            </a:r>
          </a:p>
          <a:p>
            <a:pPr marL="171450" lvl="0" indent="-171450">
              <a:spcBef>
                <a:spcPts val="100"/>
              </a:spcBef>
              <a:buFont typeface="Arial" panose="020B0604020202020204" pitchFamily="34" charset="0"/>
              <a:buChar char="•"/>
            </a:pPr>
            <a:r>
              <a:rPr lang="en-US" dirty="0"/>
              <a:t>What benefits do they get? Money? Time savings? Fun? Peace of mind? Respect from others?</a:t>
            </a:r>
          </a:p>
          <a:p>
            <a:pPr marL="171450" lvl="0" indent="-171450">
              <a:spcBef>
                <a:spcPts val="100"/>
              </a:spcBef>
              <a:buFont typeface="Arial" panose="020B0604020202020204" pitchFamily="34" charset="0"/>
              <a:buChar char="•"/>
            </a:pPr>
            <a:r>
              <a:rPr lang="en-US" dirty="0"/>
              <a:t>It’s CRITICAL </a:t>
            </a:r>
            <a:r>
              <a:rPr lang="en-US" i="1" dirty="0"/>
              <a:t>not</a:t>
            </a:r>
            <a:r>
              <a:rPr lang="en-US" dirty="0"/>
              <a:t> to include any benefit specific to YOU, your offering, or your unique way of helping customers. That will be part of Chapter 2!</a:t>
            </a:r>
          </a:p>
          <a:p>
            <a:endParaRPr lang="en-US" kern="0" dirty="0"/>
          </a:p>
        </p:txBody>
      </p:sp>
      <p:sp>
        <p:nvSpPr>
          <p:cNvPr id="7" name="Rectangle 6">
            <a:extLst>
              <a:ext uri="{FF2B5EF4-FFF2-40B4-BE49-F238E27FC236}">
                <a16:creationId xmlns:a16="http://schemas.microsoft.com/office/drawing/2014/main" id="{38F7992E-5A1A-44C8-8BAE-AD1176F0B2B6}"/>
              </a:ext>
            </a:extLst>
          </p:cNvPr>
          <p:cNvSpPr/>
          <p:nvPr/>
        </p:nvSpPr>
        <p:spPr>
          <a:xfrm>
            <a:off x="296562" y="5128824"/>
            <a:ext cx="8657037" cy="1336912"/>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endParaRPr lang="en-US" sz="1400" dirty="0">
              <a:latin typeface="Arial Narrow" panose="020B0606020202030204" pitchFamily="34" charset="0"/>
              <a:cs typeface="Calibri"/>
            </a:endParaRPr>
          </a:p>
        </p:txBody>
      </p:sp>
    </p:spTree>
    <p:extLst>
      <p:ext uri="{BB962C8B-B14F-4D97-AF65-F5344CB8AC3E}">
        <p14:creationId xmlns:p14="http://schemas.microsoft.com/office/powerpoint/2010/main" val="2628511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F1A3-3CE5-4FBF-A691-F12A33235B07}"/>
              </a:ext>
            </a:extLst>
          </p:cNvPr>
          <p:cNvSpPr>
            <a:spLocks noGrp="1"/>
          </p:cNvSpPr>
          <p:nvPr>
            <p:ph type="title"/>
          </p:nvPr>
        </p:nvSpPr>
        <p:spPr/>
        <p:txBody>
          <a:bodyPr/>
          <a:lstStyle/>
          <a:p>
            <a:pPr>
              <a:lnSpc>
                <a:spcPct val="150000"/>
              </a:lnSpc>
            </a:pPr>
            <a:r>
              <a:rPr lang="en-US" b="1" dirty="0"/>
              <a:t>Chapter 2: </a:t>
            </a:r>
            <a:r>
              <a:rPr lang="en-US" dirty="0"/>
              <a:t>You need </a:t>
            </a:r>
            <a:r>
              <a:rPr lang="en-US" b="1" dirty="0"/>
              <a:t>our version</a:t>
            </a:r>
            <a:r>
              <a:rPr lang="en-US" dirty="0"/>
              <a:t> of this category</a:t>
            </a:r>
            <a:br>
              <a:rPr lang="en-US" dirty="0"/>
            </a:br>
            <a:r>
              <a:rPr lang="en-US" sz="1600" dirty="0"/>
              <a:t>What makes YOU, your product, or your company better? How does your differentiation help customers?</a:t>
            </a:r>
            <a:endParaRPr lang="en-US" dirty="0"/>
          </a:p>
        </p:txBody>
      </p:sp>
      <p:sp>
        <p:nvSpPr>
          <p:cNvPr id="3" name="Slide Number Placeholder 2">
            <a:extLst>
              <a:ext uri="{FF2B5EF4-FFF2-40B4-BE49-F238E27FC236}">
                <a16:creationId xmlns:a16="http://schemas.microsoft.com/office/drawing/2014/main" id="{5D17D6E5-EB6F-40D8-8094-7BE9D5079533}"/>
              </a:ext>
            </a:extLst>
          </p:cNvPr>
          <p:cNvSpPr>
            <a:spLocks noGrp="1"/>
          </p:cNvSpPr>
          <p:nvPr>
            <p:ph type="sldNum" sz="quarter" idx="10"/>
          </p:nvPr>
        </p:nvSpPr>
        <p:spPr/>
        <p:txBody>
          <a:bodyPr/>
          <a:lstStyle/>
          <a:p>
            <a:pPr>
              <a:defRPr/>
            </a:pPr>
            <a:fld id="{DFE0C305-EB60-4410-962D-772AA82E3DED}" type="slidenum">
              <a:rPr lang="en-US" smtClean="0"/>
              <a:pPr>
                <a:defRPr/>
              </a:pPr>
              <a:t>5</a:t>
            </a:fld>
            <a:endParaRPr lang="en-US"/>
          </a:p>
        </p:txBody>
      </p:sp>
      <p:sp>
        <p:nvSpPr>
          <p:cNvPr id="4" name="Text Placeholder 3">
            <a:extLst>
              <a:ext uri="{FF2B5EF4-FFF2-40B4-BE49-F238E27FC236}">
                <a16:creationId xmlns:a16="http://schemas.microsoft.com/office/drawing/2014/main" id="{04E7F840-03A9-4B00-85C4-49993C304340}"/>
              </a:ext>
            </a:extLst>
          </p:cNvPr>
          <p:cNvSpPr>
            <a:spLocks noGrp="1"/>
          </p:cNvSpPr>
          <p:nvPr>
            <p:ph type="body" sz="quarter" idx="11"/>
          </p:nvPr>
        </p:nvSpPr>
        <p:spPr>
          <a:xfrm>
            <a:off x="290513" y="1215089"/>
            <a:ext cx="8562975" cy="1524008"/>
          </a:xfrm>
        </p:spPr>
        <p:txBody>
          <a:bodyPr/>
          <a:lstStyle/>
          <a:p>
            <a:r>
              <a:rPr lang="en-US" dirty="0"/>
              <a:t>In Chapter 2, </a:t>
            </a:r>
            <a:r>
              <a:rPr lang="en-US" i="1" dirty="0"/>
              <a:t>You Need Our Version Of This Category, </a:t>
            </a:r>
            <a:r>
              <a:rPr lang="en-US" dirty="0"/>
              <a:t>you’ll almost always transition with a phrase like “Not everyone who offers this kind of product or service is the same….“ Take that to heart because Chapter 2 is how </a:t>
            </a:r>
            <a:r>
              <a:rPr lang="en-US" i="1" dirty="0"/>
              <a:t>you</a:t>
            </a:r>
            <a:r>
              <a:rPr lang="en-US" dirty="0"/>
              <a:t> are different and better. To make it easier, we’ll come at this in a few ways: unhelpful approaches or policies of your competitors to spark concern, your unique helpful approach, and how your approach helps customers.</a:t>
            </a:r>
          </a:p>
          <a:p>
            <a:r>
              <a:rPr lang="en-US" dirty="0"/>
              <a:t>To start, list what competitors do that makes their offering worse for customers. Examples might include high prices, slow delivery, poor service, lack of tailoring for specific customer needs, being part of a big company, being part of too-small a company, etc. You will </a:t>
            </a:r>
            <a:r>
              <a:rPr lang="en-US" i="1" dirty="0"/>
              <a:t>not</a:t>
            </a:r>
            <a:r>
              <a:rPr lang="en-US" dirty="0"/>
              <a:t> always discuss these negatives in your story, but you need to </a:t>
            </a:r>
            <a:r>
              <a:rPr lang="en-US" i="1" dirty="0"/>
              <a:t>know</a:t>
            </a:r>
            <a:r>
              <a:rPr lang="en-US" dirty="0"/>
              <a:t> them, so you can highlight your … </a:t>
            </a:r>
            <a:r>
              <a:rPr lang="en-US" i="1" dirty="0"/>
              <a:t>better …</a:t>
            </a:r>
            <a:r>
              <a:rPr lang="en-US" dirty="0"/>
              <a:t> offering.  </a:t>
            </a:r>
          </a:p>
        </p:txBody>
      </p:sp>
      <p:sp>
        <p:nvSpPr>
          <p:cNvPr id="5" name="Rectangle 4">
            <a:extLst>
              <a:ext uri="{FF2B5EF4-FFF2-40B4-BE49-F238E27FC236}">
                <a16:creationId xmlns:a16="http://schemas.microsoft.com/office/drawing/2014/main" id="{B8F6580A-8925-4B48-853A-76CD3BBA5DA1}"/>
              </a:ext>
            </a:extLst>
          </p:cNvPr>
          <p:cNvSpPr/>
          <p:nvPr/>
        </p:nvSpPr>
        <p:spPr>
          <a:xfrm>
            <a:off x="296562" y="2277776"/>
            <a:ext cx="8657037" cy="1078379"/>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endParaRPr lang="en-US" sz="1400" dirty="0">
              <a:latin typeface="Arial Narrow" panose="020B0606020202030204" pitchFamily="34" charset="0"/>
              <a:cs typeface="Calibri"/>
            </a:endParaRPr>
          </a:p>
        </p:txBody>
      </p:sp>
      <p:sp>
        <p:nvSpPr>
          <p:cNvPr id="6" name="Text Placeholder 3">
            <a:extLst>
              <a:ext uri="{FF2B5EF4-FFF2-40B4-BE49-F238E27FC236}">
                <a16:creationId xmlns:a16="http://schemas.microsoft.com/office/drawing/2014/main" id="{EFDA5428-406D-4C10-ADA7-4C2C5FEFB44F}"/>
              </a:ext>
            </a:extLst>
          </p:cNvPr>
          <p:cNvSpPr txBox="1">
            <a:spLocks/>
          </p:cNvSpPr>
          <p:nvPr/>
        </p:nvSpPr>
        <p:spPr bwMode="auto">
          <a:xfrm>
            <a:off x="290513" y="3495227"/>
            <a:ext cx="8562975" cy="612567"/>
          </a:xfrm>
          <a:prstGeom prst="rect">
            <a:avLst/>
          </a:prstGeom>
          <a:noFill/>
          <a:ln w="9525">
            <a:noFill/>
            <a:miter lim="800000"/>
            <a:headEnd/>
            <a:tailEnd/>
          </a:ln>
        </p:spPr>
        <p:txBody>
          <a:bodyPr vert="horz" wrap="square" lIns="91399" tIns="45700" rIns="91399" bIns="45700" numCol="1" anchor="t" anchorCtr="0" compatLnSpc="1">
            <a:prstTxWarp prst="textNoShape">
              <a:avLst/>
            </a:prstTxWarp>
          </a:bodyPr>
          <a:lstStyle>
            <a:lvl1pPr marL="0" indent="0" algn="l" rtl="0" fontAlgn="base">
              <a:spcBef>
                <a:spcPct val="30000"/>
              </a:spcBef>
              <a:spcAft>
                <a:spcPct val="0"/>
              </a:spcAft>
              <a:buClr>
                <a:srgbClr val="2E5BB6"/>
              </a:buClr>
              <a:buSzPct val="60000"/>
              <a:buFont typeface="Wingdings" panose="05000000000000000000" pitchFamily="2" charset="2"/>
              <a:buNone/>
              <a:defRPr sz="1100">
                <a:solidFill>
                  <a:schemeClr val="tx1"/>
                </a:solidFill>
                <a:latin typeface="Arial Narrow" panose="020B0606020202030204" pitchFamily="34" charset="0"/>
                <a:ea typeface="+mn-ea"/>
                <a:cs typeface="Calibri" pitchFamily="34" charset="0"/>
              </a:defRPr>
            </a:lvl1pPr>
            <a:lvl2pPr marL="344488" indent="-171450" algn="l" rtl="0" fontAlgn="base">
              <a:lnSpc>
                <a:spcPct val="90000"/>
              </a:lnSpc>
              <a:spcBef>
                <a:spcPct val="20000"/>
              </a:spcBef>
              <a:spcAft>
                <a:spcPct val="0"/>
              </a:spcAft>
              <a:buClr>
                <a:srgbClr val="2E5BB6"/>
              </a:buClr>
              <a:buSzPct val="65000"/>
              <a:buFont typeface="Courier New" panose="02070309020205020404" pitchFamily="49" charset="0"/>
              <a:buChar char="o"/>
              <a:defRPr sz="1400">
                <a:solidFill>
                  <a:schemeClr val="tx1"/>
                </a:solidFill>
                <a:latin typeface="Arial Narrow" panose="020B0606020202030204" pitchFamily="34" charset="0"/>
                <a:cs typeface="Calibri" pitchFamily="34" charset="0"/>
              </a:defRPr>
            </a:lvl2pPr>
            <a:lvl3pPr marL="747713" indent="-236538" algn="l" rtl="0" fontAlgn="base">
              <a:lnSpc>
                <a:spcPct val="90000"/>
              </a:lnSpc>
              <a:spcBef>
                <a:spcPct val="20000"/>
              </a:spcBef>
              <a:spcAft>
                <a:spcPct val="0"/>
              </a:spcAft>
              <a:buChar char="•"/>
              <a:defRPr sz="1400">
                <a:solidFill>
                  <a:schemeClr val="tx1"/>
                </a:solidFill>
                <a:latin typeface="Arial Narrow" panose="020B0606020202030204" pitchFamily="34" charset="0"/>
                <a:cs typeface="Calibri" pitchFamily="34" charset="0"/>
              </a:defRPr>
            </a:lvl3pPr>
            <a:lvl4pPr marL="1600200" indent="-342900" algn="l" rtl="0" fontAlgn="base">
              <a:lnSpc>
                <a:spcPct val="90000"/>
              </a:lnSpc>
              <a:spcBef>
                <a:spcPct val="20000"/>
              </a:spcBef>
              <a:spcAft>
                <a:spcPct val="0"/>
              </a:spcAft>
              <a:buChar char="–"/>
              <a:defRPr sz="1600">
                <a:solidFill>
                  <a:schemeClr val="tx1"/>
                </a:solidFill>
                <a:latin typeface="Calibri" pitchFamily="34" charset="0"/>
                <a:cs typeface="Calibri" pitchFamily="34" charset="0"/>
              </a:defRPr>
            </a:lvl4pPr>
            <a:lvl5pPr marL="2386013" indent="-323850" algn="l" rtl="0" fontAlgn="base">
              <a:lnSpc>
                <a:spcPct val="90000"/>
              </a:lnSpc>
              <a:spcBef>
                <a:spcPct val="20000"/>
              </a:spcBef>
              <a:spcAft>
                <a:spcPct val="0"/>
              </a:spcAft>
              <a:buClr>
                <a:schemeClr val="tx2"/>
              </a:buClr>
              <a:buChar char="–"/>
              <a:defRPr sz="1600">
                <a:solidFill>
                  <a:schemeClr val="tx1"/>
                </a:solidFill>
                <a:latin typeface="Calibri" pitchFamily="34" charset="0"/>
                <a:cs typeface="Calibri" pitchFamily="34" charset="0"/>
              </a:defRPr>
            </a:lvl5pPr>
            <a:lvl6pPr marL="2818534"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6pPr>
            <a:lvl7pPr marL="3251000"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7pPr>
            <a:lvl8pPr marL="3683465"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8pPr>
            <a:lvl9pPr marL="4115931"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9pPr>
          </a:lstStyle>
          <a:p>
            <a:r>
              <a:rPr lang="en-US" dirty="0"/>
              <a:t>Now what makes </a:t>
            </a:r>
            <a:r>
              <a:rPr lang="en-US" i="1" dirty="0"/>
              <a:t>your</a:t>
            </a:r>
            <a:r>
              <a:rPr lang="en-US" dirty="0"/>
              <a:t> offering better? Often these are simply the opposite competitor weaknesses, e.g., commitment to service, faster delivery, higher quality, configuring your offering to customer need, decades of experience, or a bigger company with resources to deal with any issue. What makes you better? Why should prospect should prefer </a:t>
            </a:r>
            <a:r>
              <a:rPr lang="en-US" i="1" dirty="0"/>
              <a:t>your</a:t>
            </a:r>
            <a:r>
              <a:rPr lang="en-US" dirty="0"/>
              <a:t> version of this category? As with Chapter 1, this is most effective when differentiators map directly to customer needs.</a:t>
            </a:r>
          </a:p>
          <a:p>
            <a:r>
              <a:rPr lang="en-US" dirty="0"/>
              <a:t>Tip: This is a story, so avoid simply </a:t>
            </a:r>
            <a:r>
              <a:rPr lang="en-US" i="1" dirty="0"/>
              <a:t>listing</a:t>
            </a:r>
            <a:r>
              <a:rPr lang="en-US" dirty="0"/>
              <a:t> differentiators because lists of more than two items are hard to remember. Use hierarchy to make your themes memorable before going into detail. For example, two themes may be quality and service, allowing you to then expand “service” to 24x7 access, vertical market understanding, and dedicated personnel.</a:t>
            </a:r>
          </a:p>
          <a:p>
            <a:endParaRPr lang="en-US" kern="0" dirty="0"/>
          </a:p>
        </p:txBody>
      </p:sp>
      <p:sp>
        <p:nvSpPr>
          <p:cNvPr id="7" name="Rectangle 6">
            <a:extLst>
              <a:ext uri="{FF2B5EF4-FFF2-40B4-BE49-F238E27FC236}">
                <a16:creationId xmlns:a16="http://schemas.microsoft.com/office/drawing/2014/main" id="{38F7992E-5A1A-44C8-8BAE-AD1176F0B2B6}"/>
              </a:ext>
            </a:extLst>
          </p:cNvPr>
          <p:cNvSpPr/>
          <p:nvPr/>
        </p:nvSpPr>
        <p:spPr>
          <a:xfrm>
            <a:off x="296562" y="4629254"/>
            <a:ext cx="8657037" cy="1853976"/>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endParaRPr lang="en-US" sz="1400" dirty="0">
              <a:latin typeface="Arial Narrow" panose="020B0606020202030204" pitchFamily="34" charset="0"/>
              <a:cs typeface="Calibri"/>
            </a:endParaRPr>
          </a:p>
        </p:txBody>
      </p:sp>
    </p:spTree>
    <p:extLst>
      <p:ext uri="{BB962C8B-B14F-4D97-AF65-F5344CB8AC3E}">
        <p14:creationId xmlns:p14="http://schemas.microsoft.com/office/powerpoint/2010/main" val="2165334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F1A3-3CE5-4FBF-A691-F12A33235B07}"/>
              </a:ext>
            </a:extLst>
          </p:cNvPr>
          <p:cNvSpPr>
            <a:spLocks noGrp="1"/>
          </p:cNvSpPr>
          <p:nvPr>
            <p:ph type="title"/>
          </p:nvPr>
        </p:nvSpPr>
        <p:spPr/>
        <p:txBody>
          <a:bodyPr/>
          <a:lstStyle/>
          <a:p>
            <a:pPr>
              <a:lnSpc>
                <a:spcPct val="150000"/>
              </a:lnSpc>
            </a:pPr>
            <a:r>
              <a:rPr lang="en-US" b="1" dirty="0"/>
              <a:t>Chapter 2: </a:t>
            </a:r>
            <a:r>
              <a:rPr lang="en-US" dirty="0"/>
              <a:t>You need </a:t>
            </a:r>
            <a:r>
              <a:rPr lang="en-US" b="1" dirty="0"/>
              <a:t>our version</a:t>
            </a:r>
            <a:r>
              <a:rPr lang="en-US" dirty="0"/>
              <a:t> of this category </a:t>
            </a:r>
            <a:r>
              <a:rPr lang="en-US" sz="1600" i="1" dirty="0"/>
              <a:t>(continued)</a:t>
            </a:r>
            <a:br>
              <a:rPr lang="en-US" dirty="0"/>
            </a:br>
            <a:r>
              <a:rPr lang="en-US" sz="1600" dirty="0"/>
              <a:t>What makes YOU, your product, or your company better? How does your difference help your customers?</a:t>
            </a:r>
            <a:endParaRPr lang="en-US" dirty="0"/>
          </a:p>
        </p:txBody>
      </p:sp>
      <p:sp>
        <p:nvSpPr>
          <p:cNvPr id="3" name="Slide Number Placeholder 2">
            <a:extLst>
              <a:ext uri="{FF2B5EF4-FFF2-40B4-BE49-F238E27FC236}">
                <a16:creationId xmlns:a16="http://schemas.microsoft.com/office/drawing/2014/main" id="{5D17D6E5-EB6F-40D8-8094-7BE9D5079533}"/>
              </a:ext>
            </a:extLst>
          </p:cNvPr>
          <p:cNvSpPr>
            <a:spLocks noGrp="1"/>
          </p:cNvSpPr>
          <p:nvPr>
            <p:ph type="sldNum" sz="quarter" idx="10"/>
          </p:nvPr>
        </p:nvSpPr>
        <p:spPr/>
        <p:txBody>
          <a:bodyPr/>
          <a:lstStyle/>
          <a:p>
            <a:pPr>
              <a:defRPr/>
            </a:pPr>
            <a:fld id="{DFE0C305-EB60-4410-962D-772AA82E3DED}" type="slidenum">
              <a:rPr lang="en-US" smtClean="0"/>
              <a:pPr>
                <a:defRPr/>
              </a:pPr>
              <a:t>6</a:t>
            </a:fld>
            <a:endParaRPr lang="en-US"/>
          </a:p>
        </p:txBody>
      </p:sp>
      <p:sp>
        <p:nvSpPr>
          <p:cNvPr id="9" name="Rectangle 8">
            <a:extLst>
              <a:ext uri="{FF2B5EF4-FFF2-40B4-BE49-F238E27FC236}">
                <a16:creationId xmlns:a16="http://schemas.microsoft.com/office/drawing/2014/main" id="{A2A2E428-9BA5-4238-9C15-C5787508EB1C}"/>
              </a:ext>
            </a:extLst>
          </p:cNvPr>
          <p:cNvSpPr/>
          <p:nvPr/>
        </p:nvSpPr>
        <p:spPr>
          <a:xfrm>
            <a:off x="296562" y="2666029"/>
            <a:ext cx="8657037" cy="2371041"/>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endParaRPr lang="en-US" sz="1400" dirty="0">
              <a:latin typeface="Arial Narrow" panose="020B0606020202030204" pitchFamily="34" charset="0"/>
              <a:cs typeface="Calibri"/>
            </a:endParaRPr>
          </a:p>
        </p:txBody>
      </p:sp>
      <p:sp>
        <p:nvSpPr>
          <p:cNvPr id="11" name="Text Placeholder 10">
            <a:extLst>
              <a:ext uri="{FF2B5EF4-FFF2-40B4-BE49-F238E27FC236}">
                <a16:creationId xmlns:a16="http://schemas.microsoft.com/office/drawing/2014/main" id="{EC27558A-D32A-403D-9400-C2F44834FCFD}"/>
              </a:ext>
            </a:extLst>
          </p:cNvPr>
          <p:cNvSpPr>
            <a:spLocks noGrp="1"/>
          </p:cNvSpPr>
          <p:nvPr>
            <p:ph type="body" sz="quarter" idx="11"/>
          </p:nvPr>
        </p:nvSpPr>
        <p:spPr>
          <a:xfrm>
            <a:off x="290513" y="1223321"/>
            <a:ext cx="8562975" cy="612567"/>
          </a:xfrm>
        </p:spPr>
        <p:txBody>
          <a:bodyPr/>
          <a:lstStyle/>
          <a:p>
            <a:r>
              <a:rPr lang="en-US" dirty="0"/>
              <a:t>As a last, critical Chapter 2 step, what </a:t>
            </a:r>
            <a:r>
              <a:rPr lang="en-US" i="1" dirty="0"/>
              <a:t>good things happen </a:t>
            </a:r>
            <a:r>
              <a:rPr lang="en-US" dirty="0"/>
              <a:t>for customers when they use </a:t>
            </a:r>
            <a:r>
              <a:rPr lang="en-US" i="1" dirty="0"/>
              <a:t>your version </a:t>
            </a:r>
            <a:r>
              <a:rPr lang="en-US" dirty="0"/>
              <a:t>of this category? How do </a:t>
            </a:r>
            <a:r>
              <a:rPr lang="en-US" i="1" dirty="0"/>
              <a:t>your</a:t>
            </a:r>
            <a:r>
              <a:rPr lang="en-US" dirty="0"/>
              <a:t> </a:t>
            </a:r>
            <a:r>
              <a:rPr lang="en-US" i="1" dirty="0"/>
              <a:t>differentiators </a:t>
            </a:r>
            <a:r>
              <a:rPr lang="en-US" dirty="0"/>
              <a:t>from the last page</a:t>
            </a:r>
            <a:r>
              <a:rPr lang="en-US" i="1" dirty="0"/>
              <a:t> </a:t>
            </a:r>
            <a:r>
              <a:rPr lang="en-US" dirty="0"/>
              <a:t>make your customers’ life </a:t>
            </a:r>
            <a:r>
              <a:rPr lang="en-US" i="1" dirty="0"/>
              <a:t>better</a:t>
            </a:r>
            <a:r>
              <a:rPr lang="en-US" dirty="0"/>
              <a:t>? </a:t>
            </a:r>
          </a:p>
          <a:p>
            <a:r>
              <a:rPr lang="en-US" dirty="0"/>
              <a:t>Tips:</a:t>
            </a:r>
          </a:p>
          <a:p>
            <a:pPr marL="171450" lvl="0" indent="-171450">
              <a:spcBef>
                <a:spcPts val="100"/>
              </a:spcBef>
              <a:buFont typeface="Arial" panose="020B0604020202020204" pitchFamily="34" charset="0"/>
              <a:buChar char="•"/>
            </a:pPr>
            <a:r>
              <a:rPr lang="en-US" dirty="0"/>
              <a:t>Most-effective starting point? Know what your customers </a:t>
            </a:r>
            <a:r>
              <a:rPr lang="en-US" i="1" dirty="0"/>
              <a:t>need</a:t>
            </a:r>
            <a:r>
              <a:rPr lang="en-US" dirty="0"/>
              <a:t> and be specific about </a:t>
            </a:r>
            <a:r>
              <a:rPr lang="en-US" i="1" dirty="0"/>
              <a:t>how your offering delivers it</a:t>
            </a:r>
            <a:r>
              <a:rPr lang="en-US" dirty="0"/>
              <a:t>.</a:t>
            </a:r>
          </a:p>
          <a:p>
            <a:pPr marL="171450" lvl="0" indent="-171450">
              <a:spcBef>
                <a:spcPts val="100"/>
              </a:spcBef>
              <a:buFont typeface="Arial" panose="020B0604020202020204" pitchFamily="34" charset="0"/>
              <a:buChar char="•"/>
            </a:pPr>
            <a:r>
              <a:rPr lang="en-US" dirty="0"/>
              <a:t>Second best way? If you haven’t done the research to know </a:t>
            </a:r>
            <a:r>
              <a:rPr lang="en-US" i="1" dirty="0"/>
              <a:t>exactly</a:t>
            </a:r>
            <a:r>
              <a:rPr lang="en-US" dirty="0"/>
              <a:t> what customers want, start with: how you save them </a:t>
            </a:r>
            <a:r>
              <a:rPr lang="en-US" i="1" dirty="0"/>
              <a:t>money</a:t>
            </a:r>
            <a:r>
              <a:rPr lang="en-US" dirty="0"/>
              <a:t>, save them </a:t>
            </a:r>
            <a:r>
              <a:rPr lang="en-US" i="1" dirty="0"/>
              <a:t>time</a:t>
            </a:r>
            <a:r>
              <a:rPr lang="en-US" dirty="0"/>
              <a:t>, increase </a:t>
            </a:r>
            <a:r>
              <a:rPr lang="en-US" i="1" dirty="0"/>
              <a:t>quality</a:t>
            </a:r>
            <a:r>
              <a:rPr lang="en-US" dirty="0"/>
              <a:t>, and get others to </a:t>
            </a:r>
            <a:r>
              <a:rPr lang="en-US" i="1" dirty="0"/>
              <a:t>respect</a:t>
            </a:r>
            <a:r>
              <a:rPr lang="en-US" dirty="0"/>
              <a:t> them more.</a:t>
            </a:r>
          </a:p>
          <a:p>
            <a:pPr marL="171450" lvl="0" indent="-171450">
              <a:spcBef>
                <a:spcPts val="100"/>
              </a:spcBef>
              <a:buFont typeface="Arial" panose="020B0604020202020204" pitchFamily="34" charset="0"/>
              <a:buChar char="•"/>
            </a:pPr>
            <a:r>
              <a:rPr lang="en-US" dirty="0"/>
              <a:t>An disciplined initial phrase structure for Chapter 2 is: “You get [example of customer priority] because we [your differentiator].”</a:t>
            </a:r>
          </a:p>
          <a:p>
            <a:endParaRPr lang="en-US" dirty="0"/>
          </a:p>
        </p:txBody>
      </p:sp>
    </p:spTree>
    <p:extLst>
      <p:ext uri="{BB962C8B-B14F-4D97-AF65-F5344CB8AC3E}">
        <p14:creationId xmlns:p14="http://schemas.microsoft.com/office/powerpoint/2010/main" val="3046328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F1A3-3CE5-4FBF-A691-F12A33235B07}"/>
              </a:ext>
            </a:extLst>
          </p:cNvPr>
          <p:cNvSpPr>
            <a:spLocks noGrp="1"/>
          </p:cNvSpPr>
          <p:nvPr>
            <p:ph type="title"/>
          </p:nvPr>
        </p:nvSpPr>
        <p:spPr/>
        <p:txBody>
          <a:bodyPr/>
          <a:lstStyle/>
          <a:p>
            <a:pPr>
              <a:lnSpc>
                <a:spcPct val="150000"/>
              </a:lnSpc>
            </a:pPr>
            <a:r>
              <a:rPr lang="en-US" b="1" dirty="0"/>
              <a:t>Chapter 3: </a:t>
            </a:r>
            <a:r>
              <a:rPr lang="en-US" dirty="0"/>
              <a:t>We </a:t>
            </a:r>
            <a:r>
              <a:rPr lang="en-US" b="1" dirty="0"/>
              <a:t>hold your hand </a:t>
            </a:r>
            <a:r>
              <a:rPr lang="en-US" dirty="0"/>
              <a:t>every step of the way</a:t>
            </a:r>
            <a:br>
              <a:rPr lang="en-US" dirty="0"/>
            </a:br>
            <a:r>
              <a:rPr lang="en-US" sz="1600" dirty="0"/>
              <a:t>What do you do to make hesitant customers </a:t>
            </a:r>
            <a:r>
              <a:rPr lang="en-US" sz="1600" i="1" dirty="0"/>
              <a:t>comfortable</a:t>
            </a:r>
            <a:r>
              <a:rPr lang="en-US" sz="1600" dirty="0"/>
              <a:t> doing business with you? </a:t>
            </a:r>
            <a:endParaRPr lang="en-US" dirty="0"/>
          </a:p>
        </p:txBody>
      </p:sp>
      <p:sp>
        <p:nvSpPr>
          <p:cNvPr id="3" name="Slide Number Placeholder 2">
            <a:extLst>
              <a:ext uri="{FF2B5EF4-FFF2-40B4-BE49-F238E27FC236}">
                <a16:creationId xmlns:a16="http://schemas.microsoft.com/office/drawing/2014/main" id="{5D17D6E5-EB6F-40D8-8094-7BE9D5079533}"/>
              </a:ext>
            </a:extLst>
          </p:cNvPr>
          <p:cNvSpPr>
            <a:spLocks noGrp="1"/>
          </p:cNvSpPr>
          <p:nvPr>
            <p:ph type="sldNum" sz="quarter" idx="10"/>
          </p:nvPr>
        </p:nvSpPr>
        <p:spPr/>
        <p:txBody>
          <a:bodyPr/>
          <a:lstStyle/>
          <a:p>
            <a:pPr>
              <a:defRPr/>
            </a:pPr>
            <a:fld id="{DFE0C305-EB60-4410-962D-772AA82E3DED}" type="slidenum">
              <a:rPr lang="en-US" smtClean="0"/>
              <a:pPr>
                <a:defRPr/>
              </a:pPr>
              <a:t>7</a:t>
            </a:fld>
            <a:endParaRPr lang="en-US"/>
          </a:p>
        </p:txBody>
      </p:sp>
      <p:sp>
        <p:nvSpPr>
          <p:cNvPr id="4" name="Text Placeholder 3">
            <a:extLst>
              <a:ext uri="{FF2B5EF4-FFF2-40B4-BE49-F238E27FC236}">
                <a16:creationId xmlns:a16="http://schemas.microsoft.com/office/drawing/2014/main" id="{04E7F840-03A9-4B00-85C4-49993C304340}"/>
              </a:ext>
            </a:extLst>
          </p:cNvPr>
          <p:cNvSpPr>
            <a:spLocks noGrp="1"/>
          </p:cNvSpPr>
          <p:nvPr>
            <p:ph type="body" sz="quarter" idx="11"/>
          </p:nvPr>
        </p:nvSpPr>
        <p:spPr>
          <a:xfrm>
            <a:off x="290513" y="1215089"/>
            <a:ext cx="8562975" cy="1524008"/>
          </a:xfrm>
        </p:spPr>
        <p:txBody>
          <a:bodyPr/>
          <a:lstStyle/>
          <a:p>
            <a:r>
              <a:rPr lang="en-US" dirty="0"/>
              <a:t>In Chapter 3, </a:t>
            </a:r>
            <a:r>
              <a:rPr lang="en-US" i="1" dirty="0"/>
              <a:t>We Hold Your Hand Every Step of the Way, </a:t>
            </a:r>
            <a:r>
              <a:rPr lang="en-US" dirty="0"/>
              <a:t>you’ll comfort people who </a:t>
            </a:r>
            <a:r>
              <a:rPr lang="en-US" b="1" i="1" dirty="0"/>
              <a:t>do</a:t>
            </a:r>
            <a:r>
              <a:rPr lang="en-US" dirty="0"/>
              <a:t> understand how you’re different from Chapter 2 … but still are not ready to take action. What you’re asking is new, so customers fear they won’t get value from your offering. List the ways you ensure customer success. This might include training, phone or email support, online instruction manuals, partner companies for installation, or a supportive online community. Your Chapter 3 phrase will start with something like, “We make sure you’re successful by holding your hand every step of the way. I’ll give you just a few examples of what we do to make sure you’re satisfied and that our offering works for you.”</a:t>
            </a:r>
          </a:p>
        </p:txBody>
      </p:sp>
      <p:sp>
        <p:nvSpPr>
          <p:cNvPr id="6" name="Text Placeholder 3">
            <a:extLst>
              <a:ext uri="{FF2B5EF4-FFF2-40B4-BE49-F238E27FC236}">
                <a16:creationId xmlns:a16="http://schemas.microsoft.com/office/drawing/2014/main" id="{EFDA5428-406D-4C10-ADA7-4C2C5FEFB44F}"/>
              </a:ext>
            </a:extLst>
          </p:cNvPr>
          <p:cNvSpPr txBox="1">
            <a:spLocks/>
          </p:cNvSpPr>
          <p:nvPr/>
        </p:nvSpPr>
        <p:spPr bwMode="auto">
          <a:xfrm>
            <a:off x="290513" y="3827242"/>
            <a:ext cx="8562975" cy="612567"/>
          </a:xfrm>
          <a:prstGeom prst="rect">
            <a:avLst/>
          </a:prstGeom>
          <a:noFill/>
          <a:ln w="9525">
            <a:noFill/>
            <a:miter lim="800000"/>
            <a:headEnd/>
            <a:tailEnd/>
          </a:ln>
        </p:spPr>
        <p:txBody>
          <a:bodyPr vert="horz" wrap="square" lIns="91399" tIns="45700" rIns="91399" bIns="45700" numCol="1" anchor="t" anchorCtr="0" compatLnSpc="1">
            <a:prstTxWarp prst="textNoShape">
              <a:avLst/>
            </a:prstTxWarp>
          </a:bodyPr>
          <a:lstStyle>
            <a:lvl1pPr marL="0" indent="0" algn="l" rtl="0" fontAlgn="base">
              <a:spcBef>
                <a:spcPct val="30000"/>
              </a:spcBef>
              <a:spcAft>
                <a:spcPct val="0"/>
              </a:spcAft>
              <a:buClr>
                <a:srgbClr val="2E5BB6"/>
              </a:buClr>
              <a:buSzPct val="60000"/>
              <a:buFont typeface="Wingdings" panose="05000000000000000000" pitchFamily="2" charset="2"/>
              <a:buNone/>
              <a:defRPr sz="1100">
                <a:solidFill>
                  <a:schemeClr val="tx1"/>
                </a:solidFill>
                <a:latin typeface="Arial Narrow" panose="020B0606020202030204" pitchFamily="34" charset="0"/>
                <a:ea typeface="+mn-ea"/>
                <a:cs typeface="Calibri" pitchFamily="34" charset="0"/>
              </a:defRPr>
            </a:lvl1pPr>
            <a:lvl2pPr marL="344488" indent="-171450" algn="l" rtl="0" fontAlgn="base">
              <a:lnSpc>
                <a:spcPct val="90000"/>
              </a:lnSpc>
              <a:spcBef>
                <a:spcPct val="20000"/>
              </a:spcBef>
              <a:spcAft>
                <a:spcPct val="0"/>
              </a:spcAft>
              <a:buClr>
                <a:srgbClr val="2E5BB6"/>
              </a:buClr>
              <a:buSzPct val="65000"/>
              <a:buFont typeface="Courier New" panose="02070309020205020404" pitchFamily="49" charset="0"/>
              <a:buChar char="o"/>
              <a:defRPr sz="1400">
                <a:solidFill>
                  <a:schemeClr val="tx1"/>
                </a:solidFill>
                <a:latin typeface="Arial Narrow" panose="020B0606020202030204" pitchFamily="34" charset="0"/>
                <a:cs typeface="Calibri" pitchFamily="34" charset="0"/>
              </a:defRPr>
            </a:lvl2pPr>
            <a:lvl3pPr marL="747713" indent="-236538" algn="l" rtl="0" fontAlgn="base">
              <a:lnSpc>
                <a:spcPct val="90000"/>
              </a:lnSpc>
              <a:spcBef>
                <a:spcPct val="20000"/>
              </a:spcBef>
              <a:spcAft>
                <a:spcPct val="0"/>
              </a:spcAft>
              <a:buChar char="•"/>
              <a:defRPr sz="1400">
                <a:solidFill>
                  <a:schemeClr val="tx1"/>
                </a:solidFill>
                <a:latin typeface="Arial Narrow" panose="020B0606020202030204" pitchFamily="34" charset="0"/>
                <a:cs typeface="Calibri" pitchFamily="34" charset="0"/>
              </a:defRPr>
            </a:lvl3pPr>
            <a:lvl4pPr marL="1600200" indent="-342900" algn="l" rtl="0" fontAlgn="base">
              <a:lnSpc>
                <a:spcPct val="90000"/>
              </a:lnSpc>
              <a:spcBef>
                <a:spcPct val="20000"/>
              </a:spcBef>
              <a:spcAft>
                <a:spcPct val="0"/>
              </a:spcAft>
              <a:buChar char="–"/>
              <a:defRPr sz="1600">
                <a:solidFill>
                  <a:schemeClr val="tx1"/>
                </a:solidFill>
                <a:latin typeface="Calibri" pitchFamily="34" charset="0"/>
                <a:cs typeface="Calibri" pitchFamily="34" charset="0"/>
              </a:defRPr>
            </a:lvl4pPr>
            <a:lvl5pPr marL="2386013" indent="-323850" algn="l" rtl="0" fontAlgn="base">
              <a:lnSpc>
                <a:spcPct val="90000"/>
              </a:lnSpc>
              <a:spcBef>
                <a:spcPct val="20000"/>
              </a:spcBef>
              <a:spcAft>
                <a:spcPct val="0"/>
              </a:spcAft>
              <a:buClr>
                <a:schemeClr val="tx2"/>
              </a:buClr>
              <a:buChar char="–"/>
              <a:defRPr sz="1600">
                <a:solidFill>
                  <a:schemeClr val="tx1"/>
                </a:solidFill>
                <a:latin typeface="Calibri" pitchFamily="34" charset="0"/>
                <a:cs typeface="Calibri" pitchFamily="34" charset="0"/>
              </a:defRPr>
            </a:lvl5pPr>
            <a:lvl6pPr marL="2818534"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6pPr>
            <a:lvl7pPr marL="3251000"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7pPr>
            <a:lvl8pPr marL="3683465"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8pPr>
            <a:lvl9pPr marL="4115931"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9pPr>
          </a:lstStyle>
          <a:p>
            <a:r>
              <a:rPr lang="en-US" dirty="0"/>
              <a:t>(Advanced) A good option is to be clear on exactly HOW each of your hand-holding elements helps your customer. For example, training or a good manual lets them </a:t>
            </a:r>
            <a:r>
              <a:rPr lang="en-US" i="1" dirty="0"/>
              <a:t>get value more quickly</a:t>
            </a:r>
            <a:r>
              <a:rPr lang="en-US" dirty="0"/>
              <a:t>. A community in an online forum will help them </a:t>
            </a:r>
            <a:r>
              <a:rPr lang="en-US" i="1" dirty="0"/>
              <a:t>get better at using your offering</a:t>
            </a:r>
            <a:r>
              <a:rPr lang="en-US" dirty="0"/>
              <a:t>. Your willingness to configure or tailor your offering means they </a:t>
            </a:r>
            <a:r>
              <a:rPr lang="en-US" i="1" dirty="0"/>
              <a:t>get better results </a:t>
            </a:r>
            <a:r>
              <a:rPr lang="en-US" dirty="0"/>
              <a:t>and </a:t>
            </a:r>
            <a:r>
              <a:rPr lang="en-US" i="1" dirty="0"/>
              <a:t>don’t to pay for things they won’t use</a:t>
            </a:r>
            <a:r>
              <a:rPr lang="en-US" dirty="0"/>
              <a:t>. What is the customer benefit of the things you do to help them?  </a:t>
            </a:r>
          </a:p>
        </p:txBody>
      </p:sp>
      <p:sp>
        <p:nvSpPr>
          <p:cNvPr id="7" name="Rectangle 6">
            <a:extLst>
              <a:ext uri="{FF2B5EF4-FFF2-40B4-BE49-F238E27FC236}">
                <a16:creationId xmlns:a16="http://schemas.microsoft.com/office/drawing/2014/main" id="{38F7992E-5A1A-44C8-8BAE-AD1176F0B2B6}"/>
              </a:ext>
            </a:extLst>
          </p:cNvPr>
          <p:cNvSpPr/>
          <p:nvPr/>
        </p:nvSpPr>
        <p:spPr>
          <a:xfrm>
            <a:off x="296562" y="4346224"/>
            <a:ext cx="8657037" cy="1336912"/>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endParaRPr lang="en-US" sz="1400" dirty="0">
              <a:latin typeface="Arial Narrow" panose="020B0606020202030204" pitchFamily="34" charset="0"/>
              <a:cs typeface="Calibri"/>
            </a:endParaRPr>
          </a:p>
        </p:txBody>
      </p:sp>
      <p:sp>
        <p:nvSpPr>
          <p:cNvPr id="8" name="Rectangle 7">
            <a:extLst>
              <a:ext uri="{FF2B5EF4-FFF2-40B4-BE49-F238E27FC236}">
                <a16:creationId xmlns:a16="http://schemas.microsoft.com/office/drawing/2014/main" id="{FE9394AE-5C82-4362-AA08-9915F3401476}"/>
              </a:ext>
            </a:extLst>
          </p:cNvPr>
          <p:cNvSpPr/>
          <p:nvPr/>
        </p:nvSpPr>
        <p:spPr>
          <a:xfrm>
            <a:off x="296562" y="2244881"/>
            <a:ext cx="8657037" cy="1078379"/>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p:txBody>
      </p:sp>
    </p:spTree>
    <p:extLst>
      <p:ext uri="{BB962C8B-B14F-4D97-AF65-F5344CB8AC3E}">
        <p14:creationId xmlns:p14="http://schemas.microsoft.com/office/powerpoint/2010/main" val="2530867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F1A3-3CE5-4FBF-A691-F12A33235B07}"/>
              </a:ext>
            </a:extLst>
          </p:cNvPr>
          <p:cNvSpPr>
            <a:spLocks noGrp="1"/>
          </p:cNvSpPr>
          <p:nvPr>
            <p:ph type="title"/>
          </p:nvPr>
        </p:nvSpPr>
        <p:spPr/>
        <p:txBody>
          <a:bodyPr/>
          <a:lstStyle/>
          <a:p>
            <a:pPr>
              <a:lnSpc>
                <a:spcPct val="150000"/>
              </a:lnSpc>
            </a:pPr>
            <a:r>
              <a:rPr lang="en-US" b="1" dirty="0"/>
              <a:t>Chapter 4: </a:t>
            </a:r>
            <a:r>
              <a:rPr lang="en-US" dirty="0"/>
              <a:t>You’re </a:t>
            </a:r>
            <a:r>
              <a:rPr lang="en-US" b="1" dirty="0"/>
              <a:t>not alone</a:t>
            </a:r>
            <a:br>
              <a:rPr lang="en-US" dirty="0"/>
            </a:br>
            <a:r>
              <a:rPr lang="en-US" sz="1600" dirty="0"/>
              <a:t>How do you reassure customers that others — just like them — love your product or service? </a:t>
            </a:r>
            <a:endParaRPr lang="en-US" dirty="0"/>
          </a:p>
        </p:txBody>
      </p:sp>
      <p:sp>
        <p:nvSpPr>
          <p:cNvPr id="3" name="Slide Number Placeholder 2">
            <a:extLst>
              <a:ext uri="{FF2B5EF4-FFF2-40B4-BE49-F238E27FC236}">
                <a16:creationId xmlns:a16="http://schemas.microsoft.com/office/drawing/2014/main" id="{5D17D6E5-EB6F-40D8-8094-7BE9D5079533}"/>
              </a:ext>
            </a:extLst>
          </p:cNvPr>
          <p:cNvSpPr>
            <a:spLocks noGrp="1"/>
          </p:cNvSpPr>
          <p:nvPr>
            <p:ph type="sldNum" sz="quarter" idx="10"/>
          </p:nvPr>
        </p:nvSpPr>
        <p:spPr/>
        <p:txBody>
          <a:bodyPr/>
          <a:lstStyle/>
          <a:p>
            <a:pPr>
              <a:defRPr/>
            </a:pPr>
            <a:fld id="{DFE0C305-EB60-4410-962D-772AA82E3DED}" type="slidenum">
              <a:rPr lang="en-US" smtClean="0"/>
              <a:pPr>
                <a:defRPr/>
              </a:pPr>
              <a:t>8</a:t>
            </a:fld>
            <a:endParaRPr lang="en-US" dirty="0"/>
          </a:p>
        </p:txBody>
      </p:sp>
      <p:sp>
        <p:nvSpPr>
          <p:cNvPr id="4" name="Text Placeholder 3">
            <a:extLst>
              <a:ext uri="{FF2B5EF4-FFF2-40B4-BE49-F238E27FC236}">
                <a16:creationId xmlns:a16="http://schemas.microsoft.com/office/drawing/2014/main" id="{04E7F840-03A9-4B00-85C4-49993C304340}"/>
              </a:ext>
            </a:extLst>
          </p:cNvPr>
          <p:cNvSpPr>
            <a:spLocks noGrp="1"/>
          </p:cNvSpPr>
          <p:nvPr>
            <p:ph type="body" sz="quarter" idx="11"/>
          </p:nvPr>
        </p:nvSpPr>
        <p:spPr>
          <a:xfrm>
            <a:off x="290513" y="1215089"/>
            <a:ext cx="8562975" cy="1524008"/>
          </a:xfrm>
        </p:spPr>
        <p:txBody>
          <a:bodyPr/>
          <a:lstStyle/>
          <a:p>
            <a:r>
              <a:rPr lang="en-US" dirty="0"/>
              <a:t>In Chapter 4, </a:t>
            </a:r>
            <a:r>
              <a:rPr lang="en-US" i="1" dirty="0"/>
              <a:t>You’re Not Alone,</a:t>
            </a:r>
            <a:r>
              <a:rPr lang="en-US" dirty="0"/>
              <a:t> you help potential customers feel safe buying from you when they </a:t>
            </a:r>
            <a:r>
              <a:rPr lang="en-US" i="1" dirty="0"/>
              <a:t>already </a:t>
            </a:r>
            <a:r>
              <a:rPr lang="en-US" dirty="0"/>
              <a:t>understand the value of your </a:t>
            </a:r>
            <a:r>
              <a:rPr lang="en-US" i="1" dirty="0"/>
              <a:t>category</a:t>
            </a:r>
            <a:r>
              <a:rPr lang="en-US" dirty="0"/>
              <a:t> (Chapter 1) AND what makes you </a:t>
            </a:r>
            <a:r>
              <a:rPr lang="en-US" i="1" dirty="0"/>
              <a:t>different </a:t>
            </a:r>
            <a:r>
              <a:rPr lang="en-US" dirty="0"/>
              <a:t>(Chapter 2) AND how you help them </a:t>
            </a:r>
            <a:r>
              <a:rPr lang="en-US" i="1" dirty="0"/>
              <a:t>succeed</a:t>
            </a:r>
            <a:r>
              <a:rPr lang="en-US" dirty="0"/>
              <a:t> (Chapter 3). You’ll help them see they can buy from you </a:t>
            </a:r>
            <a:r>
              <a:rPr lang="en-US" i="1" dirty="0"/>
              <a:t>with confidence</a:t>
            </a:r>
            <a:r>
              <a:rPr lang="en-US" dirty="0"/>
              <a:t> because you already have other happy customers — ideally happy customers </a:t>
            </a:r>
            <a:r>
              <a:rPr lang="en-US" i="1" dirty="0"/>
              <a:t>who are like your potential customer</a:t>
            </a:r>
            <a:r>
              <a:rPr lang="en-US" dirty="0"/>
              <a:t>.</a:t>
            </a:r>
          </a:p>
          <a:p>
            <a:r>
              <a:rPr lang="en-US" dirty="0"/>
              <a:t>Start by listing your existing customers. This is just </a:t>
            </a:r>
            <a:r>
              <a:rPr lang="en-US" i="1" dirty="0"/>
              <a:t>your private list</a:t>
            </a:r>
            <a:r>
              <a:rPr lang="en-US" dirty="0"/>
              <a:t>, so it’s OK to do this in any way you want. Use names or titles or companies. You want to have a clear picture of your customers so you can think about how to use the list to give people comfort. Your Chapter 4 will start with a phrase like, “We have a large number of customers with needs similar to yours. Let me describe a few to you and what they say about working with us.”</a:t>
            </a:r>
          </a:p>
        </p:txBody>
      </p:sp>
      <p:sp>
        <p:nvSpPr>
          <p:cNvPr id="6" name="Text Placeholder 3">
            <a:extLst>
              <a:ext uri="{FF2B5EF4-FFF2-40B4-BE49-F238E27FC236}">
                <a16:creationId xmlns:a16="http://schemas.microsoft.com/office/drawing/2014/main" id="{EFDA5428-406D-4C10-ADA7-4C2C5FEFB44F}"/>
              </a:ext>
            </a:extLst>
          </p:cNvPr>
          <p:cNvSpPr txBox="1">
            <a:spLocks/>
          </p:cNvSpPr>
          <p:nvPr/>
        </p:nvSpPr>
        <p:spPr bwMode="auto">
          <a:xfrm>
            <a:off x="290513" y="4071474"/>
            <a:ext cx="8562975" cy="1142316"/>
          </a:xfrm>
          <a:prstGeom prst="rect">
            <a:avLst/>
          </a:prstGeom>
          <a:noFill/>
          <a:ln w="9525">
            <a:noFill/>
            <a:miter lim="800000"/>
            <a:headEnd/>
            <a:tailEnd/>
          </a:ln>
        </p:spPr>
        <p:txBody>
          <a:bodyPr vert="horz" wrap="square" lIns="91399" tIns="45700" rIns="91399" bIns="45700" numCol="1" anchor="t" anchorCtr="0" compatLnSpc="1">
            <a:prstTxWarp prst="textNoShape">
              <a:avLst/>
            </a:prstTxWarp>
          </a:bodyPr>
          <a:lstStyle>
            <a:lvl1pPr marL="0" indent="0" algn="l" rtl="0" fontAlgn="base">
              <a:spcBef>
                <a:spcPct val="30000"/>
              </a:spcBef>
              <a:spcAft>
                <a:spcPct val="0"/>
              </a:spcAft>
              <a:buClr>
                <a:srgbClr val="2E5BB6"/>
              </a:buClr>
              <a:buSzPct val="60000"/>
              <a:buFont typeface="Wingdings" panose="05000000000000000000" pitchFamily="2" charset="2"/>
              <a:buNone/>
              <a:defRPr sz="1100">
                <a:solidFill>
                  <a:schemeClr val="tx1"/>
                </a:solidFill>
                <a:latin typeface="Arial Narrow" panose="020B0606020202030204" pitchFamily="34" charset="0"/>
                <a:ea typeface="+mn-ea"/>
                <a:cs typeface="Calibri" pitchFamily="34" charset="0"/>
              </a:defRPr>
            </a:lvl1pPr>
            <a:lvl2pPr marL="344488" indent="-171450" algn="l" rtl="0" fontAlgn="base">
              <a:lnSpc>
                <a:spcPct val="90000"/>
              </a:lnSpc>
              <a:spcBef>
                <a:spcPct val="20000"/>
              </a:spcBef>
              <a:spcAft>
                <a:spcPct val="0"/>
              </a:spcAft>
              <a:buClr>
                <a:srgbClr val="2E5BB6"/>
              </a:buClr>
              <a:buSzPct val="65000"/>
              <a:buFont typeface="Courier New" panose="02070309020205020404" pitchFamily="49" charset="0"/>
              <a:buChar char="o"/>
              <a:defRPr sz="1400">
                <a:solidFill>
                  <a:schemeClr val="tx1"/>
                </a:solidFill>
                <a:latin typeface="Arial Narrow" panose="020B0606020202030204" pitchFamily="34" charset="0"/>
                <a:cs typeface="Calibri" pitchFamily="34" charset="0"/>
              </a:defRPr>
            </a:lvl2pPr>
            <a:lvl3pPr marL="747713" indent="-236538" algn="l" rtl="0" fontAlgn="base">
              <a:lnSpc>
                <a:spcPct val="90000"/>
              </a:lnSpc>
              <a:spcBef>
                <a:spcPct val="20000"/>
              </a:spcBef>
              <a:spcAft>
                <a:spcPct val="0"/>
              </a:spcAft>
              <a:buChar char="•"/>
              <a:defRPr sz="1400">
                <a:solidFill>
                  <a:schemeClr val="tx1"/>
                </a:solidFill>
                <a:latin typeface="Arial Narrow" panose="020B0606020202030204" pitchFamily="34" charset="0"/>
                <a:cs typeface="Calibri" pitchFamily="34" charset="0"/>
              </a:defRPr>
            </a:lvl3pPr>
            <a:lvl4pPr marL="1600200" indent="-342900" algn="l" rtl="0" fontAlgn="base">
              <a:lnSpc>
                <a:spcPct val="90000"/>
              </a:lnSpc>
              <a:spcBef>
                <a:spcPct val="20000"/>
              </a:spcBef>
              <a:spcAft>
                <a:spcPct val="0"/>
              </a:spcAft>
              <a:buChar char="–"/>
              <a:defRPr sz="1600">
                <a:solidFill>
                  <a:schemeClr val="tx1"/>
                </a:solidFill>
                <a:latin typeface="Calibri" pitchFamily="34" charset="0"/>
                <a:cs typeface="Calibri" pitchFamily="34" charset="0"/>
              </a:defRPr>
            </a:lvl4pPr>
            <a:lvl5pPr marL="2386013" indent="-323850" algn="l" rtl="0" fontAlgn="base">
              <a:lnSpc>
                <a:spcPct val="90000"/>
              </a:lnSpc>
              <a:spcBef>
                <a:spcPct val="20000"/>
              </a:spcBef>
              <a:spcAft>
                <a:spcPct val="0"/>
              </a:spcAft>
              <a:buClr>
                <a:schemeClr val="tx2"/>
              </a:buClr>
              <a:buChar char="–"/>
              <a:defRPr sz="1600">
                <a:solidFill>
                  <a:schemeClr val="tx1"/>
                </a:solidFill>
                <a:latin typeface="Calibri" pitchFamily="34" charset="0"/>
                <a:cs typeface="Calibri" pitchFamily="34" charset="0"/>
              </a:defRPr>
            </a:lvl5pPr>
            <a:lvl6pPr marL="2818534"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6pPr>
            <a:lvl7pPr marL="3251000"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7pPr>
            <a:lvl8pPr marL="3683465"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8pPr>
            <a:lvl9pPr marL="4115931" indent="-324349" algn="l" defTabSz="914485" rtl="0" eaLnBrk="1" fontAlgn="base" hangingPunct="1">
              <a:lnSpc>
                <a:spcPct val="90000"/>
              </a:lnSpc>
              <a:spcBef>
                <a:spcPct val="20000"/>
              </a:spcBef>
              <a:spcAft>
                <a:spcPct val="0"/>
              </a:spcAft>
              <a:buClr>
                <a:schemeClr val="tx2"/>
              </a:buClr>
              <a:buChar char="–"/>
              <a:defRPr>
                <a:solidFill>
                  <a:schemeClr val="tx1"/>
                </a:solidFill>
                <a:latin typeface="+mn-lt"/>
              </a:defRPr>
            </a:lvl9pPr>
          </a:lstStyle>
          <a:p>
            <a:r>
              <a:rPr lang="en-US" dirty="0"/>
              <a:t>(Advanced) If all your customers are similar, what you tell potential customers might be easy. It might simply be, “We have 25 customers or 2,500 customers or 25,000 customers … just like you.” But people want to know you have customers who are </a:t>
            </a:r>
            <a:r>
              <a:rPr lang="en-US" i="1" dirty="0"/>
              <a:t>like them</a:t>
            </a:r>
            <a:r>
              <a:rPr lang="en-US" dirty="0"/>
              <a:t>. And they may be skeptical of a simple claim. So always think about your testimonial list through the eyes of your prospect. When selling to a multi-nation enterprise, you want stories and quotes from similar large firms. When selling to small or medium-sized companies, prospects will see their needs as different. So as an advanced option, put your list above into categories based on the </a:t>
            </a:r>
            <a:r>
              <a:rPr lang="en-US" i="1" dirty="0"/>
              <a:t>types</a:t>
            </a:r>
            <a:r>
              <a:rPr lang="en-US" dirty="0"/>
              <a:t> of customer you engage. Finally, start success stories with the “big 3” details: the </a:t>
            </a:r>
            <a:r>
              <a:rPr lang="en-US" b="1" dirty="0"/>
              <a:t>problem</a:t>
            </a:r>
            <a:r>
              <a:rPr lang="en-US" dirty="0"/>
              <a:t> the customer faced, the </a:t>
            </a:r>
            <a:r>
              <a:rPr lang="en-US" b="1" dirty="0"/>
              <a:t>solution</a:t>
            </a:r>
            <a:r>
              <a:rPr lang="en-US" dirty="0"/>
              <a:t> you deployed, and </a:t>
            </a:r>
            <a:r>
              <a:rPr lang="en-US" b="1" dirty="0"/>
              <a:t>results</a:t>
            </a:r>
            <a:r>
              <a:rPr lang="en-US" dirty="0"/>
              <a:t> achieved. Quantitative results will typically be more compelling, e.g., revenue growth, downtime reduction, labor savings, etc.</a:t>
            </a:r>
          </a:p>
        </p:txBody>
      </p:sp>
      <p:sp>
        <p:nvSpPr>
          <p:cNvPr id="7" name="Rectangle 6">
            <a:extLst>
              <a:ext uri="{FF2B5EF4-FFF2-40B4-BE49-F238E27FC236}">
                <a16:creationId xmlns:a16="http://schemas.microsoft.com/office/drawing/2014/main" id="{38F7992E-5A1A-44C8-8BAE-AD1176F0B2B6}"/>
              </a:ext>
            </a:extLst>
          </p:cNvPr>
          <p:cNvSpPr/>
          <p:nvPr/>
        </p:nvSpPr>
        <p:spPr>
          <a:xfrm>
            <a:off x="296562" y="5092963"/>
            <a:ext cx="8657037" cy="1595444"/>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p:txBody>
      </p:sp>
      <p:sp>
        <p:nvSpPr>
          <p:cNvPr id="8" name="Rectangle 7">
            <a:extLst>
              <a:ext uri="{FF2B5EF4-FFF2-40B4-BE49-F238E27FC236}">
                <a16:creationId xmlns:a16="http://schemas.microsoft.com/office/drawing/2014/main" id="{FE9394AE-5C82-4362-AA08-9915F3401476}"/>
              </a:ext>
            </a:extLst>
          </p:cNvPr>
          <p:cNvSpPr/>
          <p:nvPr/>
        </p:nvSpPr>
        <p:spPr>
          <a:xfrm>
            <a:off x="296562" y="2286123"/>
            <a:ext cx="8657037" cy="1595444"/>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endParaRPr lang="en-US" sz="1400" dirty="0">
              <a:latin typeface="Arial Narrow" panose="020B0606020202030204" pitchFamily="34" charset="0"/>
              <a:cs typeface="Calibri"/>
            </a:endParaRPr>
          </a:p>
        </p:txBody>
      </p:sp>
    </p:spTree>
    <p:extLst>
      <p:ext uri="{BB962C8B-B14F-4D97-AF65-F5344CB8AC3E}">
        <p14:creationId xmlns:p14="http://schemas.microsoft.com/office/powerpoint/2010/main" val="2144009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F1A3-3CE5-4FBF-A691-F12A33235B07}"/>
              </a:ext>
            </a:extLst>
          </p:cNvPr>
          <p:cNvSpPr>
            <a:spLocks noGrp="1"/>
          </p:cNvSpPr>
          <p:nvPr>
            <p:ph type="title"/>
          </p:nvPr>
        </p:nvSpPr>
        <p:spPr/>
        <p:txBody>
          <a:bodyPr/>
          <a:lstStyle/>
          <a:p>
            <a:pPr>
              <a:lnSpc>
                <a:spcPct val="150000"/>
              </a:lnSpc>
            </a:pPr>
            <a:r>
              <a:rPr lang="en-US" b="1" dirty="0"/>
              <a:t>Chapter 5: Let’s get started!</a:t>
            </a:r>
            <a:br>
              <a:rPr lang="en-US" dirty="0"/>
            </a:br>
            <a:r>
              <a:rPr lang="en-US" sz="1600" dirty="0"/>
              <a:t>It’s time to take action. What does your customer have to do … right now … to buy from you? </a:t>
            </a:r>
            <a:endParaRPr lang="en-US" dirty="0"/>
          </a:p>
        </p:txBody>
      </p:sp>
      <p:sp>
        <p:nvSpPr>
          <p:cNvPr id="3" name="Slide Number Placeholder 2">
            <a:extLst>
              <a:ext uri="{FF2B5EF4-FFF2-40B4-BE49-F238E27FC236}">
                <a16:creationId xmlns:a16="http://schemas.microsoft.com/office/drawing/2014/main" id="{5D17D6E5-EB6F-40D8-8094-7BE9D5079533}"/>
              </a:ext>
            </a:extLst>
          </p:cNvPr>
          <p:cNvSpPr>
            <a:spLocks noGrp="1"/>
          </p:cNvSpPr>
          <p:nvPr>
            <p:ph type="sldNum" sz="quarter" idx="10"/>
          </p:nvPr>
        </p:nvSpPr>
        <p:spPr/>
        <p:txBody>
          <a:bodyPr/>
          <a:lstStyle/>
          <a:p>
            <a:pPr>
              <a:defRPr/>
            </a:pPr>
            <a:fld id="{DFE0C305-EB60-4410-962D-772AA82E3DED}" type="slidenum">
              <a:rPr lang="en-US" smtClean="0"/>
              <a:pPr>
                <a:defRPr/>
              </a:pPr>
              <a:t>9</a:t>
            </a:fld>
            <a:endParaRPr lang="en-US"/>
          </a:p>
        </p:txBody>
      </p:sp>
      <p:sp>
        <p:nvSpPr>
          <p:cNvPr id="4" name="Text Placeholder 3">
            <a:extLst>
              <a:ext uri="{FF2B5EF4-FFF2-40B4-BE49-F238E27FC236}">
                <a16:creationId xmlns:a16="http://schemas.microsoft.com/office/drawing/2014/main" id="{04E7F840-03A9-4B00-85C4-49993C304340}"/>
              </a:ext>
            </a:extLst>
          </p:cNvPr>
          <p:cNvSpPr>
            <a:spLocks noGrp="1"/>
          </p:cNvSpPr>
          <p:nvPr>
            <p:ph type="body" sz="quarter" idx="11"/>
          </p:nvPr>
        </p:nvSpPr>
        <p:spPr>
          <a:xfrm>
            <a:off x="290513" y="1215089"/>
            <a:ext cx="8562975" cy="1524008"/>
          </a:xfrm>
        </p:spPr>
        <p:txBody>
          <a:bodyPr/>
          <a:lstStyle/>
          <a:p>
            <a:r>
              <a:rPr lang="en-US" dirty="0"/>
              <a:t>In Chapter 5, </a:t>
            </a:r>
            <a:r>
              <a:rPr lang="en-US" i="1" dirty="0"/>
              <a:t>Let’s Get Started!, </a:t>
            </a:r>
            <a:r>
              <a:rPr lang="en-US" b="1" dirty="0"/>
              <a:t>you guide your potential customer to </a:t>
            </a:r>
            <a:r>
              <a:rPr lang="en-US" b="1" i="1" dirty="0"/>
              <a:t>take action</a:t>
            </a:r>
            <a:r>
              <a:rPr lang="en-US" dirty="0"/>
              <a:t>. Until they take action, </a:t>
            </a:r>
            <a:r>
              <a:rPr lang="en-US" i="1" dirty="0"/>
              <a:t>nothing happens and your sale is not yet successful. </a:t>
            </a:r>
            <a:r>
              <a:rPr lang="en-US" dirty="0"/>
              <a:t>Make a list of everything your customer must do to buy from you. If you sell a relatively simple, low-priced product or service… this may be as easy as: “Say yes and pay!” And then you’ll give the customer your offering.</a:t>
            </a:r>
          </a:p>
          <a:p>
            <a:r>
              <a:rPr lang="en-US" i="1" dirty="0"/>
              <a:t>But business selling is rarely that easy.</a:t>
            </a:r>
            <a:r>
              <a:rPr lang="en-US" dirty="0"/>
              <a:t> If you tailor your service to customers’ needs, the action is to meet and discuss their requirements. Or if customers test your offering on a trial basis before they purchase, the action is to get them up and running with your product or service </a:t>
            </a:r>
            <a:r>
              <a:rPr lang="en-US" i="1" dirty="0"/>
              <a:t>and make sure the test goes well</a:t>
            </a:r>
            <a:r>
              <a:rPr lang="en-US" dirty="0"/>
              <a:t>. Write down all actions your customer must take to complete a successful, happy purchase with you. </a:t>
            </a:r>
          </a:p>
          <a:p>
            <a:r>
              <a:rPr lang="en-US" dirty="0"/>
              <a:t>While you're at it, circle or highlight </a:t>
            </a:r>
            <a:r>
              <a:rPr lang="en-US" i="1" dirty="0"/>
              <a:t>the very first action</a:t>
            </a:r>
            <a:r>
              <a:rPr lang="en-US" dirty="0"/>
              <a:t> on that list. You’ll want to make sure your potential customer focuses on that FIRST action. As the saying goes, </a:t>
            </a:r>
            <a:r>
              <a:rPr lang="en-US" i="1" dirty="0"/>
              <a:t>the journey of 1000 miles begins with a first step</a:t>
            </a:r>
            <a:r>
              <a:rPr lang="en-US" dirty="0"/>
              <a:t>.</a:t>
            </a:r>
          </a:p>
          <a:p>
            <a:r>
              <a:rPr lang="en-US" dirty="0"/>
              <a:t>Tip: If you cannot define a straight-forward 2-4 step process, rethink your description or, if necessary, rethink your offering to make it easier to adopt.</a:t>
            </a:r>
          </a:p>
        </p:txBody>
      </p:sp>
      <p:sp>
        <p:nvSpPr>
          <p:cNvPr id="8" name="Rectangle 7">
            <a:extLst>
              <a:ext uri="{FF2B5EF4-FFF2-40B4-BE49-F238E27FC236}">
                <a16:creationId xmlns:a16="http://schemas.microsoft.com/office/drawing/2014/main" id="{FE9394AE-5C82-4362-AA08-9915F3401476}"/>
              </a:ext>
            </a:extLst>
          </p:cNvPr>
          <p:cNvSpPr/>
          <p:nvPr/>
        </p:nvSpPr>
        <p:spPr>
          <a:xfrm>
            <a:off x="296562" y="3042285"/>
            <a:ext cx="8657037" cy="2371041"/>
          </a:xfrm>
          <a:prstGeom prst="rect">
            <a:avLst/>
          </a:prstGeom>
        </p:spPr>
        <p:txBody>
          <a:bodyPr wrap="square" lIns="86493" tIns="43247" rIns="86493" bIns="43247">
            <a:spAutoFit/>
          </a:bodyPr>
          <a:lstStyle/>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r>
              <a:rPr lang="en-US" sz="1400" b="1" i="1" dirty="0">
                <a:latin typeface="Arial Narrow" panose="020B0606020202030204" pitchFamily="34" charset="0"/>
                <a:cs typeface="Calibri"/>
              </a:rPr>
              <a:t>_______________________________________________________________________________________________________</a:t>
            </a:r>
          </a:p>
          <a:p>
            <a:pPr algn="l">
              <a:spcAft>
                <a:spcPct val="20000"/>
              </a:spcAft>
              <a:defRPr/>
            </a:pPr>
            <a:endParaRPr lang="en-US" sz="1400" dirty="0">
              <a:latin typeface="Arial Narrow" panose="020B0606020202030204" pitchFamily="34" charset="0"/>
              <a:cs typeface="Calibri"/>
            </a:endParaRPr>
          </a:p>
        </p:txBody>
      </p:sp>
    </p:spTree>
    <p:extLst>
      <p:ext uri="{BB962C8B-B14F-4D97-AF65-F5344CB8AC3E}">
        <p14:creationId xmlns:p14="http://schemas.microsoft.com/office/powerpoint/2010/main" val="2075088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4F1A3-3CE5-4FBF-A691-F12A33235B07}"/>
              </a:ext>
            </a:extLst>
          </p:cNvPr>
          <p:cNvSpPr>
            <a:spLocks noGrp="1"/>
          </p:cNvSpPr>
          <p:nvPr>
            <p:ph type="title"/>
          </p:nvPr>
        </p:nvSpPr>
        <p:spPr/>
        <p:txBody>
          <a:bodyPr/>
          <a:lstStyle/>
          <a:p>
            <a:pPr>
              <a:lnSpc>
                <a:spcPct val="150000"/>
              </a:lnSpc>
            </a:pPr>
            <a:r>
              <a:rPr lang="en-US" b="1" dirty="0"/>
              <a:t>Combine your chapters in a natural, conversational story.</a:t>
            </a:r>
            <a:br>
              <a:rPr lang="en-US" dirty="0"/>
            </a:br>
            <a:r>
              <a:rPr lang="en-US" sz="1600" dirty="0"/>
              <a:t>Whether your need a 10-minute intro or an hour discussion, your structure and core content is complete.</a:t>
            </a:r>
            <a:endParaRPr lang="en-US" dirty="0"/>
          </a:p>
        </p:txBody>
      </p:sp>
      <p:sp>
        <p:nvSpPr>
          <p:cNvPr id="3" name="Slide Number Placeholder 2">
            <a:extLst>
              <a:ext uri="{FF2B5EF4-FFF2-40B4-BE49-F238E27FC236}">
                <a16:creationId xmlns:a16="http://schemas.microsoft.com/office/drawing/2014/main" id="{5D17D6E5-EB6F-40D8-8094-7BE9D5079533}"/>
              </a:ext>
            </a:extLst>
          </p:cNvPr>
          <p:cNvSpPr>
            <a:spLocks noGrp="1"/>
          </p:cNvSpPr>
          <p:nvPr>
            <p:ph type="sldNum" sz="quarter" idx="10"/>
          </p:nvPr>
        </p:nvSpPr>
        <p:spPr/>
        <p:txBody>
          <a:bodyPr/>
          <a:lstStyle/>
          <a:p>
            <a:pPr>
              <a:defRPr/>
            </a:pPr>
            <a:fld id="{DFE0C305-EB60-4410-962D-772AA82E3DED}" type="slidenum">
              <a:rPr lang="en-US" smtClean="0"/>
              <a:pPr>
                <a:defRPr/>
              </a:pPr>
              <a:t>10</a:t>
            </a:fld>
            <a:endParaRPr lang="en-US"/>
          </a:p>
        </p:txBody>
      </p:sp>
      <p:sp>
        <p:nvSpPr>
          <p:cNvPr id="4" name="Text Placeholder 3">
            <a:extLst>
              <a:ext uri="{FF2B5EF4-FFF2-40B4-BE49-F238E27FC236}">
                <a16:creationId xmlns:a16="http://schemas.microsoft.com/office/drawing/2014/main" id="{04E7F840-03A9-4B00-85C4-49993C304340}"/>
              </a:ext>
            </a:extLst>
          </p:cNvPr>
          <p:cNvSpPr>
            <a:spLocks noGrp="1"/>
          </p:cNvSpPr>
          <p:nvPr>
            <p:ph type="body" sz="quarter" idx="11"/>
          </p:nvPr>
        </p:nvSpPr>
        <p:spPr>
          <a:xfrm>
            <a:off x="290513" y="1215089"/>
            <a:ext cx="8562975" cy="552580"/>
          </a:xfrm>
        </p:spPr>
        <p:txBody>
          <a:bodyPr/>
          <a:lstStyle/>
          <a:p>
            <a:r>
              <a:rPr lang="en-US" dirty="0"/>
              <a:t>You can probably already see how each of your five chapters can vary in length depending on how much detail you include. For ease of learning and to help you deliver first-draft stories faster, consider starting with the following transitions between chapters. An advantage of the USP is you use the same structure day after day in different situations, so your own comfort with the story continue to grow.</a:t>
            </a:r>
          </a:p>
        </p:txBody>
      </p:sp>
      <p:grpSp>
        <p:nvGrpSpPr>
          <p:cNvPr id="5" name="Group 4">
            <a:extLst>
              <a:ext uri="{FF2B5EF4-FFF2-40B4-BE49-F238E27FC236}">
                <a16:creationId xmlns:a16="http://schemas.microsoft.com/office/drawing/2014/main" id="{EB12FE28-2A40-40FF-9681-5E9358BDC3EC}"/>
              </a:ext>
            </a:extLst>
          </p:cNvPr>
          <p:cNvGrpSpPr/>
          <p:nvPr/>
        </p:nvGrpSpPr>
        <p:grpSpPr>
          <a:xfrm>
            <a:off x="669496" y="1785257"/>
            <a:ext cx="8095274" cy="4833585"/>
            <a:chOff x="669496" y="1351909"/>
            <a:chExt cx="8095274" cy="5266933"/>
          </a:xfrm>
        </p:grpSpPr>
        <p:sp>
          <p:nvSpPr>
            <p:cNvPr id="6" name="Arc 5">
              <a:extLst>
                <a:ext uri="{FF2B5EF4-FFF2-40B4-BE49-F238E27FC236}">
                  <a16:creationId xmlns:a16="http://schemas.microsoft.com/office/drawing/2014/main" id="{FE70516D-383E-4E29-880E-FB22F7ECCEB7}"/>
                </a:ext>
              </a:extLst>
            </p:cNvPr>
            <p:cNvSpPr/>
            <p:nvPr/>
          </p:nvSpPr>
          <p:spPr bwMode="auto">
            <a:xfrm>
              <a:off x="4397244" y="3562732"/>
              <a:ext cx="920849" cy="400110"/>
            </a:xfrm>
            <a:prstGeom prst="arc">
              <a:avLst>
                <a:gd name="adj1" fmla="val 16183814"/>
                <a:gd name="adj2" fmla="val 5411015"/>
              </a:avLst>
            </a:prstGeom>
            <a:noFill/>
            <a:ln w="28575" cap="flat" cmpd="sng" algn="ctr">
              <a:solidFill>
                <a:srgbClr val="F28E08"/>
              </a:solidFill>
              <a:prstDash val="solid"/>
              <a:round/>
              <a:headEnd type="none" w="med" len="med"/>
              <a:tailEnd type="stealth" w="med" len="med"/>
            </a:ln>
            <a:effectLst/>
          </p:spPr>
          <p:txBody>
            <a:bodyPr vert="horz" wrap="none" lIns="82124" tIns="41061" rIns="82124" bIns="41061" numCol="1" rtlCol="0" anchor="ctr" anchorCtr="0" compatLnSpc="1">
              <a:prstTxWarp prst="textNoShape">
                <a:avLst/>
              </a:prstTxWarp>
            </a:bodyPr>
            <a:lstStyle/>
            <a:p>
              <a:pPr marL="0" marR="0" lvl="0" indent="0" defTabSz="812800" eaLnBrk="0" fontAlgn="auto" latinLnBrk="0" hangingPunct="0">
                <a:lnSpc>
                  <a:spcPct val="90000"/>
                </a:lnSpc>
                <a:spcBef>
                  <a:spcPts val="0"/>
                </a:spcBef>
                <a:spcAft>
                  <a:spcPts val="0"/>
                </a:spcAft>
                <a:buClrTx/>
                <a:buSzTx/>
                <a:buFontTx/>
                <a:buNone/>
                <a:tabLst/>
                <a:defRPr/>
              </a:pPr>
              <a:endParaRPr kumimoji="0" lang="en-US" sz="2800" b="1" i="0" u="none" strike="noStrike" kern="0" cap="none" spc="0" normalizeH="0" baseline="0" noProof="0">
                <a:ln>
                  <a:noFill/>
                </a:ln>
                <a:solidFill>
                  <a:srgbClr val="FFCC99"/>
                </a:solidFill>
                <a:effectLst/>
                <a:uLnTx/>
                <a:uFillTx/>
                <a:latin typeface="+mn-lt"/>
              </a:endParaRPr>
            </a:p>
          </p:txBody>
        </p:sp>
        <p:sp>
          <p:nvSpPr>
            <p:cNvPr id="7" name="Arc 6">
              <a:extLst>
                <a:ext uri="{FF2B5EF4-FFF2-40B4-BE49-F238E27FC236}">
                  <a16:creationId xmlns:a16="http://schemas.microsoft.com/office/drawing/2014/main" id="{562A426B-5058-4965-ADDB-1C23FCB163D2}"/>
                </a:ext>
              </a:extLst>
            </p:cNvPr>
            <p:cNvSpPr/>
            <p:nvPr/>
          </p:nvSpPr>
          <p:spPr bwMode="auto">
            <a:xfrm>
              <a:off x="4397244" y="4582452"/>
              <a:ext cx="920849" cy="400110"/>
            </a:xfrm>
            <a:prstGeom prst="arc">
              <a:avLst>
                <a:gd name="adj1" fmla="val 16183814"/>
                <a:gd name="adj2" fmla="val 5411015"/>
              </a:avLst>
            </a:prstGeom>
            <a:noFill/>
            <a:ln w="28575" cap="flat" cmpd="sng" algn="ctr">
              <a:solidFill>
                <a:srgbClr val="F28E08"/>
              </a:solidFill>
              <a:prstDash val="solid"/>
              <a:round/>
              <a:headEnd type="none" w="med" len="med"/>
              <a:tailEnd type="stealth" w="med" len="med"/>
            </a:ln>
            <a:effectLst/>
          </p:spPr>
          <p:txBody>
            <a:bodyPr vert="horz" wrap="none" lIns="82124" tIns="41061" rIns="82124" bIns="41061" numCol="1" rtlCol="0" anchor="ctr" anchorCtr="0" compatLnSpc="1">
              <a:prstTxWarp prst="textNoShape">
                <a:avLst/>
              </a:prstTxWarp>
            </a:bodyPr>
            <a:lstStyle/>
            <a:p>
              <a:pPr marL="0" marR="0" lvl="0" indent="0" defTabSz="812800" eaLnBrk="0" fontAlgn="auto" latinLnBrk="0" hangingPunct="0">
                <a:lnSpc>
                  <a:spcPct val="90000"/>
                </a:lnSpc>
                <a:spcBef>
                  <a:spcPts val="0"/>
                </a:spcBef>
                <a:spcAft>
                  <a:spcPts val="0"/>
                </a:spcAft>
                <a:buClrTx/>
                <a:buSzTx/>
                <a:buFontTx/>
                <a:buNone/>
                <a:tabLst/>
                <a:defRPr/>
              </a:pPr>
              <a:endParaRPr kumimoji="0" lang="en-US" sz="2800" b="1" i="0" u="none" strike="noStrike" kern="0" cap="none" spc="0" normalizeH="0" baseline="0" noProof="0">
                <a:ln>
                  <a:noFill/>
                </a:ln>
                <a:solidFill>
                  <a:srgbClr val="FFCC99"/>
                </a:solidFill>
                <a:effectLst/>
                <a:uLnTx/>
                <a:uFillTx/>
                <a:latin typeface="+mn-lt"/>
              </a:endParaRPr>
            </a:p>
          </p:txBody>
        </p:sp>
        <p:sp>
          <p:nvSpPr>
            <p:cNvPr id="9" name="Arc 8">
              <a:extLst>
                <a:ext uri="{FF2B5EF4-FFF2-40B4-BE49-F238E27FC236}">
                  <a16:creationId xmlns:a16="http://schemas.microsoft.com/office/drawing/2014/main" id="{C0FE4300-7DBF-4C56-B111-281D4F5CF6BB}"/>
                </a:ext>
              </a:extLst>
            </p:cNvPr>
            <p:cNvSpPr/>
            <p:nvPr/>
          </p:nvSpPr>
          <p:spPr bwMode="auto">
            <a:xfrm>
              <a:off x="4397244" y="5595065"/>
              <a:ext cx="920849" cy="400110"/>
            </a:xfrm>
            <a:prstGeom prst="arc">
              <a:avLst>
                <a:gd name="adj1" fmla="val 16183814"/>
                <a:gd name="adj2" fmla="val 5411015"/>
              </a:avLst>
            </a:prstGeom>
            <a:noFill/>
            <a:ln w="28575" cap="flat" cmpd="sng" algn="ctr">
              <a:solidFill>
                <a:srgbClr val="F28E08"/>
              </a:solidFill>
              <a:prstDash val="solid"/>
              <a:round/>
              <a:headEnd type="none" w="med" len="med"/>
              <a:tailEnd type="stealth" w="med" len="med"/>
            </a:ln>
            <a:effectLst/>
          </p:spPr>
          <p:txBody>
            <a:bodyPr vert="horz" wrap="none" lIns="82124" tIns="41061" rIns="82124" bIns="41061" numCol="1" rtlCol="0" anchor="ctr" anchorCtr="0" compatLnSpc="1">
              <a:prstTxWarp prst="textNoShape">
                <a:avLst/>
              </a:prstTxWarp>
            </a:bodyPr>
            <a:lstStyle/>
            <a:p>
              <a:pPr marL="0" marR="0" lvl="0" indent="0" defTabSz="812800" eaLnBrk="0" fontAlgn="auto" latinLnBrk="0" hangingPunct="0">
                <a:lnSpc>
                  <a:spcPct val="90000"/>
                </a:lnSpc>
                <a:spcBef>
                  <a:spcPts val="0"/>
                </a:spcBef>
                <a:spcAft>
                  <a:spcPts val="0"/>
                </a:spcAft>
                <a:buClrTx/>
                <a:buSzTx/>
                <a:buFontTx/>
                <a:buNone/>
                <a:tabLst/>
                <a:defRPr/>
              </a:pPr>
              <a:endParaRPr kumimoji="0" lang="en-US" sz="2800" b="1" i="0" u="none" strike="noStrike" kern="0" cap="none" spc="0" normalizeH="0" baseline="0" noProof="0">
                <a:ln>
                  <a:noFill/>
                </a:ln>
                <a:solidFill>
                  <a:srgbClr val="FFCC99"/>
                </a:solidFill>
                <a:effectLst/>
                <a:uLnTx/>
                <a:uFillTx/>
                <a:latin typeface="+mn-lt"/>
              </a:endParaRPr>
            </a:p>
          </p:txBody>
        </p:sp>
        <p:grpSp>
          <p:nvGrpSpPr>
            <p:cNvPr id="10" name="Group 9">
              <a:extLst>
                <a:ext uri="{FF2B5EF4-FFF2-40B4-BE49-F238E27FC236}">
                  <a16:creationId xmlns:a16="http://schemas.microsoft.com/office/drawing/2014/main" id="{D68449BB-CB3E-42BB-B43C-579ABBF32BED}"/>
                </a:ext>
              </a:extLst>
            </p:cNvPr>
            <p:cNvGrpSpPr/>
            <p:nvPr/>
          </p:nvGrpSpPr>
          <p:grpSpPr>
            <a:xfrm>
              <a:off x="3525889" y="1351909"/>
              <a:ext cx="5238881" cy="4546762"/>
              <a:chOff x="3188431" y="1335580"/>
              <a:chExt cx="5238881" cy="4546762"/>
            </a:xfrm>
          </p:grpSpPr>
          <p:sp>
            <p:nvSpPr>
              <p:cNvPr id="11" name="Arc 10">
                <a:extLst>
                  <a:ext uri="{FF2B5EF4-FFF2-40B4-BE49-F238E27FC236}">
                    <a16:creationId xmlns:a16="http://schemas.microsoft.com/office/drawing/2014/main" id="{3AB8F9DB-9FFB-44F7-BF7E-BCB5F9AA7F70}"/>
                  </a:ext>
                </a:extLst>
              </p:cNvPr>
              <p:cNvSpPr/>
              <p:nvPr/>
            </p:nvSpPr>
            <p:spPr bwMode="auto">
              <a:xfrm>
                <a:off x="4059786" y="2539455"/>
                <a:ext cx="920849" cy="400110"/>
              </a:xfrm>
              <a:prstGeom prst="arc">
                <a:avLst>
                  <a:gd name="adj1" fmla="val 16183814"/>
                  <a:gd name="adj2" fmla="val 5411015"/>
                </a:avLst>
              </a:prstGeom>
              <a:noFill/>
              <a:ln w="28575" cap="flat" cmpd="sng" algn="ctr">
                <a:solidFill>
                  <a:srgbClr val="F28E08"/>
                </a:solidFill>
                <a:prstDash val="solid"/>
                <a:round/>
                <a:headEnd type="none" w="med" len="med"/>
                <a:tailEnd type="stealth" w="med" len="med"/>
              </a:ln>
              <a:effectLst/>
            </p:spPr>
            <p:txBody>
              <a:bodyPr vert="horz" wrap="none" lIns="82124" tIns="41061" rIns="82124" bIns="41061" numCol="1" rtlCol="0" anchor="ctr" anchorCtr="0" compatLnSpc="1">
                <a:prstTxWarp prst="textNoShape">
                  <a:avLst/>
                </a:prstTxWarp>
              </a:bodyPr>
              <a:lstStyle/>
              <a:p>
                <a:pPr marL="0" marR="0" lvl="0" indent="0" defTabSz="812800" eaLnBrk="0" fontAlgn="auto" latinLnBrk="0" hangingPunct="0">
                  <a:lnSpc>
                    <a:spcPct val="90000"/>
                  </a:lnSpc>
                  <a:spcBef>
                    <a:spcPts val="0"/>
                  </a:spcBef>
                  <a:spcAft>
                    <a:spcPts val="0"/>
                  </a:spcAft>
                  <a:buClrTx/>
                  <a:buSzTx/>
                  <a:buFontTx/>
                  <a:buNone/>
                  <a:tabLst/>
                  <a:defRPr/>
                </a:pPr>
                <a:endParaRPr kumimoji="0" lang="en-US" sz="2800" b="1" i="0" u="none" strike="noStrike" kern="0" cap="none" spc="0" normalizeH="0" baseline="0" noProof="0">
                  <a:ln>
                    <a:noFill/>
                  </a:ln>
                  <a:solidFill>
                    <a:srgbClr val="FFCC99"/>
                  </a:solidFill>
                  <a:effectLst/>
                  <a:uLnTx/>
                  <a:uFillTx/>
                  <a:latin typeface="+mn-lt"/>
                </a:endParaRPr>
              </a:p>
            </p:txBody>
          </p:sp>
          <p:sp>
            <p:nvSpPr>
              <p:cNvPr id="12" name="TextBox 11">
                <a:extLst>
                  <a:ext uri="{FF2B5EF4-FFF2-40B4-BE49-F238E27FC236}">
                    <a16:creationId xmlns:a16="http://schemas.microsoft.com/office/drawing/2014/main" id="{4EFACD3D-11D6-4737-89D5-A80C6A81B228}"/>
                  </a:ext>
                </a:extLst>
              </p:cNvPr>
              <p:cNvSpPr txBox="1"/>
              <p:nvPr/>
            </p:nvSpPr>
            <p:spPr>
              <a:xfrm>
                <a:off x="3204476" y="2637859"/>
                <a:ext cx="5222836" cy="209288"/>
              </a:xfrm>
              <a:prstGeom prst="rect">
                <a:avLst/>
              </a:prstGeom>
              <a:solidFill>
                <a:schemeClr val="bg1"/>
              </a:solidFill>
            </p:spPr>
            <p:txBody>
              <a:bodyPr wrap="square" tIns="0" bIns="0">
                <a:spAutoFit/>
              </a:bodyPr>
              <a:lstStyle/>
              <a:p>
                <a:pPr marL="0" marR="0" lvl="0" indent="0" defTabSz="914400" eaLnBrk="1" fontAlgn="auto" latinLnBrk="0" hangingPunct="1">
                  <a:lnSpc>
                    <a:spcPct val="85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28E08"/>
                    </a:solidFill>
                    <a:effectLst/>
                    <a:uLnTx/>
                    <a:uFillTx/>
                    <a:latin typeface="+mn-lt"/>
                  </a:rPr>
                  <a:t>But not options are the same…</a:t>
                </a:r>
                <a:endParaRPr kumimoji="0" lang="en-US" sz="1600" b="0" i="1" u="none" strike="noStrike" kern="0" cap="none" spc="0" normalizeH="0" baseline="0" noProof="0" dirty="0">
                  <a:ln>
                    <a:noFill/>
                  </a:ln>
                  <a:solidFill>
                    <a:srgbClr val="F28E08"/>
                  </a:solidFill>
                  <a:effectLst/>
                  <a:uLnTx/>
                  <a:uFillTx/>
                  <a:latin typeface="+mn-lt"/>
                </a:endParaRPr>
              </a:p>
            </p:txBody>
          </p:sp>
          <p:sp>
            <p:nvSpPr>
              <p:cNvPr id="13" name="TextBox 12">
                <a:extLst>
                  <a:ext uri="{FF2B5EF4-FFF2-40B4-BE49-F238E27FC236}">
                    <a16:creationId xmlns:a16="http://schemas.microsoft.com/office/drawing/2014/main" id="{F6DB90CE-45FD-451B-A588-D3ACDB387F4D}"/>
                  </a:ext>
                </a:extLst>
              </p:cNvPr>
              <p:cNvSpPr txBox="1"/>
              <p:nvPr/>
            </p:nvSpPr>
            <p:spPr>
              <a:xfrm>
                <a:off x="3204476" y="3646082"/>
                <a:ext cx="5222836" cy="209288"/>
              </a:xfrm>
              <a:prstGeom prst="rect">
                <a:avLst/>
              </a:prstGeom>
              <a:solidFill>
                <a:schemeClr val="bg1"/>
              </a:solidFill>
            </p:spPr>
            <p:txBody>
              <a:bodyPr wrap="square" tIns="0" bIns="0">
                <a:spAutoFit/>
              </a:bodyPr>
              <a:lstStyle/>
              <a:p>
                <a:pPr marL="0" marR="0" lvl="0" indent="0" defTabSz="914400" eaLnBrk="1" fontAlgn="auto" latinLnBrk="0" hangingPunct="1">
                  <a:lnSpc>
                    <a:spcPct val="85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28E08"/>
                    </a:solidFill>
                    <a:effectLst/>
                    <a:uLnTx/>
                    <a:uFillTx/>
                    <a:latin typeface="+mn-lt"/>
                  </a:rPr>
                  <a:t>And to make sure you’re successful…</a:t>
                </a:r>
                <a:endParaRPr kumimoji="0" lang="en-US" sz="1600" b="0" i="1" u="none" strike="noStrike" kern="0" cap="none" spc="0" normalizeH="0" baseline="0" noProof="0" dirty="0">
                  <a:ln>
                    <a:noFill/>
                  </a:ln>
                  <a:solidFill>
                    <a:srgbClr val="F28E08"/>
                  </a:solidFill>
                  <a:effectLst/>
                  <a:uLnTx/>
                  <a:uFillTx/>
                  <a:latin typeface="+mn-lt"/>
                </a:endParaRPr>
              </a:p>
            </p:txBody>
          </p:sp>
          <p:sp>
            <p:nvSpPr>
              <p:cNvPr id="14" name="TextBox 13">
                <a:extLst>
                  <a:ext uri="{FF2B5EF4-FFF2-40B4-BE49-F238E27FC236}">
                    <a16:creationId xmlns:a16="http://schemas.microsoft.com/office/drawing/2014/main" id="{FA7BC05D-AC41-429D-950C-9A229B526999}"/>
                  </a:ext>
                </a:extLst>
              </p:cNvPr>
              <p:cNvSpPr txBox="1"/>
              <p:nvPr/>
            </p:nvSpPr>
            <p:spPr>
              <a:xfrm>
                <a:off x="3188431" y="4667440"/>
                <a:ext cx="5222836" cy="209288"/>
              </a:xfrm>
              <a:prstGeom prst="rect">
                <a:avLst/>
              </a:prstGeom>
              <a:solidFill>
                <a:schemeClr val="bg1"/>
              </a:solidFill>
            </p:spPr>
            <p:txBody>
              <a:bodyPr wrap="square" tIns="0" bIns="0">
                <a:spAutoFit/>
              </a:bodyPr>
              <a:lstStyle/>
              <a:p>
                <a:pPr marL="0" marR="0" lvl="0" indent="0" defTabSz="914400" eaLnBrk="1" fontAlgn="auto" latinLnBrk="0" hangingPunct="1">
                  <a:lnSpc>
                    <a:spcPct val="85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28E08"/>
                    </a:solidFill>
                    <a:effectLst/>
                    <a:uLnTx/>
                    <a:uFillTx/>
                    <a:latin typeface="+mn-lt"/>
                  </a:rPr>
                  <a:t>You can be confident because…</a:t>
                </a:r>
                <a:endParaRPr kumimoji="0" lang="en-US" sz="1600" b="0" i="1" u="none" strike="noStrike" kern="0" cap="none" spc="0" normalizeH="0" baseline="0" noProof="0" dirty="0">
                  <a:ln>
                    <a:noFill/>
                  </a:ln>
                  <a:solidFill>
                    <a:srgbClr val="F28E08"/>
                  </a:solidFill>
                  <a:effectLst/>
                  <a:uLnTx/>
                  <a:uFillTx/>
                  <a:latin typeface="+mn-lt"/>
                </a:endParaRPr>
              </a:p>
            </p:txBody>
          </p:sp>
          <p:sp>
            <p:nvSpPr>
              <p:cNvPr id="15" name="TextBox 14">
                <a:extLst>
                  <a:ext uri="{FF2B5EF4-FFF2-40B4-BE49-F238E27FC236}">
                    <a16:creationId xmlns:a16="http://schemas.microsoft.com/office/drawing/2014/main" id="{AE91E877-C089-4272-AC30-1553E3477F1F}"/>
                  </a:ext>
                </a:extLst>
              </p:cNvPr>
              <p:cNvSpPr txBox="1"/>
              <p:nvPr/>
            </p:nvSpPr>
            <p:spPr>
              <a:xfrm>
                <a:off x="3188431" y="5673054"/>
                <a:ext cx="5222836" cy="209288"/>
              </a:xfrm>
              <a:prstGeom prst="rect">
                <a:avLst/>
              </a:prstGeom>
              <a:solidFill>
                <a:schemeClr val="bg1"/>
              </a:solidFill>
            </p:spPr>
            <p:txBody>
              <a:bodyPr wrap="square" tIns="0" bIns="0">
                <a:spAutoFit/>
              </a:bodyPr>
              <a:lstStyle/>
              <a:p>
                <a:pPr marL="0" marR="0" lvl="0" indent="0" defTabSz="914400" eaLnBrk="1" fontAlgn="auto" latinLnBrk="0" hangingPunct="1">
                  <a:lnSpc>
                    <a:spcPct val="85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28E08"/>
                    </a:solidFill>
                    <a:effectLst/>
                    <a:uLnTx/>
                    <a:uFillTx/>
                    <a:latin typeface="+mn-lt"/>
                  </a:rPr>
                  <a:t>And next steps are easy…</a:t>
                </a:r>
                <a:endParaRPr kumimoji="0" lang="en-US" sz="1600" b="0" i="1" u="none" strike="noStrike" kern="0" cap="none" spc="0" normalizeH="0" baseline="0" noProof="0" dirty="0">
                  <a:ln>
                    <a:noFill/>
                  </a:ln>
                  <a:solidFill>
                    <a:srgbClr val="F28E08"/>
                  </a:solidFill>
                  <a:effectLst/>
                  <a:uLnTx/>
                  <a:uFillTx/>
                  <a:latin typeface="+mn-lt"/>
                </a:endParaRPr>
              </a:p>
            </p:txBody>
          </p:sp>
          <p:sp>
            <p:nvSpPr>
              <p:cNvPr id="16" name="TextBox 15">
                <a:extLst>
                  <a:ext uri="{FF2B5EF4-FFF2-40B4-BE49-F238E27FC236}">
                    <a16:creationId xmlns:a16="http://schemas.microsoft.com/office/drawing/2014/main" id="{CA38EFB6-0E87-4FF5-A9C3-92AE5F1DA8C1}"/>
                  </a:ext>
                </a:extLst>
              </p:cNvPr>
              <p:cNvSpPr txBox="1"/>
              <p:nvPr/>
            </p:nvSpPr>
            <p:spPr>
              <a:xfrm>
                <a:off x="4196804" y="1335580"/>
                <a:ext cx="3261847" cy="40011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dirty="0">
                    <a:solidFill>
                      <a:srgbClr val="2E5BB6"/>
                    </a:solidFill>
                    <a:latin typeface="+mn-lt"/>
                    <a:ea typeface="+mj-ea"/>
                    <a:cs typeface="Calibri" pitchFamily="34" charset="0"/>
                  </a:rPr>
                  <a:t>Transitions</a:t>
                </a:r>
              </a:p>
            </p:txBody>
          </p:sp>
        </p:grpSp>
        <p:grpSp>
          <p:nvGrpSpPr>
            <p:cNvPr id="17" name="Group 16">
              <a:extLst>
                <a:ext uri="{FF2B5EF4-FFF2-40B4-BE49-F238E27FC236}">
                  <a16:creationId xmlns:a16="http://schemas.microsoft.com/office/drawing/2014/main" id="{5B0C737F-CCD9-4D5C-96DD-EEC39157A2C6}"/>
                </a:ext>
              </a:extLst>
            </p:cNvPr>
            <p:cNvGrpSpPr/>
            <p:nvPr/>
          </p:nvGrpSpPr>
          <p:grpSpPr>
            <a:xfrm>
              <a:off x="669496" y="1933562"/>
              <a:ext cx="4620948" cy="634831"/>
              <a:chOff x="332038" y="2158189"/>
              <a:chExt cx="4620948" cy="634831"/>
            </a:xfrm>
          </p:grpSpPr>
          <p:sp>
            <p:nvSpPr>
              <p:cNvPr id="18" name="Rectangle 53">
                <a:extLst>
                  <a:ext uri="{FF2B5EF4-FFF2-40B4-BE49-F238E27FC236}">
                    <a16:creationId xmlns:a16="http://schemas.microsoft.com/office/drawing/2014/main" id="{47565E9B-63DF-4E10-BCDB-C402E61766AF}"/>
                  </a:ext>
                </a:extLst>
              </p:cNvPr>
              <p:cNvSpPr>
                <a:spLocks noChangeArrowheads="1"/>
              </p:cNvSpPr>
              <p:nvPr/>
            </p:nvSpPr>
            <p:spPr bwMode="auto">
              <a:xfrm flipH="1">
                <a:off x="332038" y="2158189"/>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1:</a:t>
                </a:r>
              </a:p>
            </p:txBody>
          </p:sp>
          <p:sp>
            <p:nvSpPr>
              <p:cNvPr id="19" name="TextBox 18">
                <a:extLst>
                  <a:ext uri="{FF2B5EF4-FFF2-40B4-BE49-F238E27FC236}">
                    <a16:creationId xmlns:a16="http://schemas.microsoft.com/office/drawing/2014/main" id="{E4A3C163-0E59-465B-8922-7EB0D819C819}"/>
                  </a:ext>
                </a:extLst>
              </p:cNvPr>
              <p:cNvSpPr txBox="1"/>
              <p:nvPr/>
            </p:nvSpPr>
            <p:spPr>
              <a:xfrm>
                <a:off x="332038" y="2455633"/>
                <a:ext cx="4620948"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You need </a:t>
                </a:r>
                <a:r>
                  <a:rPr lang="en-US" sz="1800" b="1" dirty="0">
                    <a:solidFill>
                      <a:srgbClr val="FFCC99"/>
                    </a:solidFill>
                    <a:latin typeface="+mn-lt"/>
                  </a:rPr>
                  <a:t>this category.</a:t>
                </a:r>
                <a:endParaRPr lang="en-US" sz="3600" b="1" dirty="0">
                  <a:solidFill>
                    <a:srgbClr val="FFCC99"/>
                  </a:solidFill>
                  <a:latin typeface="+mn-lt"/>
                </a:endParaRPr>
              </a:p>
            </p:txBody>
          </p:sp>
        </p:grpSp>
        <p:grpSp>
          <p:nvGrpSpPr>
            <p:cNvPr id="20" name="Group 19">
              <a:extLst>
                <a:ext uri="{FF2B5EF4-FFF2-40B4-BE49-F238E27FC236}">
                  <a16:creationId xmlns:a16="http://schemas.microsoft.com/office/drawing/2014/main" id="{EF59363A-127B-44A2-9D9C-37FCF381F75B}"/>
                </a:ext>
              </a:extLst>
            </p:cNvPr>
            <p:cNvGrpSpPr/>
            <p:nvPr/>
          </p:nvGrpSpPr>
          <p:grpSpPr>
            <a:xfrm>
              <a:off x="669496" y="2946174"/>
              <a:ext cx="4193803" cy="634831"/>
              <a:chOff x="332038" y="3110562"/>
              <a:chExt cx="4193803" cy="634831"/>
            </a:xfrm>
          </p:grpSpPr>
          <p:sp>
            <p:nvSpPr>
              <p:cNvPr id="21" name="Rectangle 53">
                <a:extLst>
                  <a:ext uri="{FF2B5EF4-FFF2-40B4-BE49-F238E27FC236}">
                    <a16:creationId xmlns:a16="http://schemas.microsoft.com/office/drawing/2014/main" id="{E82D374A-559A-42F6-A2F1-64BE5C5BFE1D}"/>
                  </a:ext>
                </a:extLst>
              </p:cNvPr>
              <p:cNvSpPr>
                <a:spLocks noChangeArrowheads="1"/>
              </p:cNvSpPr>
              <p:nvPr/>
            </p:nvSpPr>
            <p:spPr bwMode="auto">
              <a:xfrm flipH="1">
                <a:off x="332038" y="3110562"/>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2:</a:t>
                </a:r>
              </a:p>
            </p:txBody>
          </p:sp>
          <p:sp>
            <p:nvSpPr>
              <p:cNvPr id="22" name="TextBox 21">
                <a:extLst>
                  <a:ext uri="{FF2B5EF4-FFF2-40B4-BE49-F238E27FC236}">
                    <a16:creationId xmlns:a16="http://schemas.microsoft.com/office/drawing/2014/main" id="{1BF25B5C-2899-440D-8EFD-080C01CE61A6}"/>
                  </a:ext>
                </a:extLst>
              </p:cNvPr>
              <p:cNvSpPr txBox="1"/>
              <p:nvPr/>
            </p:nvSpPr>
            <p:spPr>
              <a:xfrm>
                <a:off x="332038" y="3330965"/>
                <a:ext cx="4193803"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You need </a:t>
                </a:r>
                <a:r>
                  <a:rPr lang="en-US" sz="1800" b="1" dirty="0">
                    <a:solidFill>
                      <a:srgbClr val="FFCC99"/>
                    </a:solidFill>
                    <a:latin typeface="+mn-lt"/>
                  </a:rPr>
                  <a:t>our version </a:t>
                </a:r>
                <a:r>
                  <a:rPr lang="en-US" sz="1800" dirty="0">
                    <a:solidFill>
                      <a:srgbClr val="FFCC99"/>
                    </a:solidFill>
                    <a:latin typeface="+mn-lt"/>
                  </a:rPr>
                  <a:t>of this category.</a:t>
                </a:r>
                <a:endParaRPr lang="en-US" sz="3600" dirty="0">
                  <a:solidFill>
                    <a:srgbClr val="FFCC99"/>
                  </a:solidFill>
                  <a:latin typeface="+mn-lt"/>
                </a:endParaRPr>
              </a:p>
            </p:txBody>
          </p:sp>
        </p:grpSp>
        <p:grpSp>
          <p:nvGrpSpPr>
            <p:cNvPr id="23" name="Group 22">
              <a:extLst>
                <a:ext uri="{FF2B5EF4-FFF2-40B4-BE49-F238E27FC236}">
                  <a16:creationId xmlns:a16="http://schemas.microsoft.com/office/drawing/2014/main" id="{13C11DCD-F61D-4346-B3B7-A83C8B9268CA}"/>
                </a:ext>
              </a:extLst>
            </p:cNvPr>
            <p:cNvGrpSpPr/>
            <p:nvPr/>
          </p:nvGrpSpPr>
          <p:grpSpPr>
            <a:xfrm>
              <a:off x="669496" y="3958786"/>
              <a:ext cx="4193803" cy="634831"/>
              <a:chOff x="332038" y="4062935"/>
              <a:chExt cx="4193803" cy="634831"/>
            </a:xfrm>
          </p:grpSpPr>
          <p:sp>
            <p:nvSpPr>
              <p:cNvPr id="24" name="Rectangle 53">
                <a:extLst>
                  <a:ext uri="{FF2B5EF4-FFF2-40B4-BE49-F238E27FC236}">
                    <a16:creationId xmlns:a16="http://schemas.microsoft.com/office/drawing/2014/main" id="{0C133639-A815-408F-911F-9731E4E61763}"/>
                  </a:ext>
                </a:extLst>
              </p:cNvPr>
              <p:cNvSpPr>
                <a:spLocks noChangeArrowheads="1"/>
              </p:cNvSpPr>
              <p:nvPr/>
            </p:nvSpPr>
            <p:spPr bwMode="auto">
              <a:xfrm flipH="1">
                <a:off x="332038" y="4062935"/>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3:</a:t>
                </a:r>
              </a:p>
            </p:txBody>
          </p:sp>
          <p:sp>
            <p:nvSpPr>
              <p:cNvPr id="25" name="TextBox 24">
                <a:extLst>
                  <a:ext uri="{FF2B5EF4-FFF2-40B4-BE49-F238E27FC236}">
                    <a16:creationId xmlns:a16="http://schemas.microsoft.com/office/drawing/2014/main" id="{B1C2AF07-993F-409F-B1BC-DF636051A333}"/>
                  </a:ext>
                </a:extLst>
              </p:cNvPr>
              <p:cNvSpPr txBox="1"/>
              <p:nvPr/>
            </p:nvSpPr>
            <p:spPr>
              <a:xfrm>
                <a:off x="332040" y="4276334"/>
                <a:ext cx="4090251"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We’ll </a:t>
                </a:r>
                <a:r>
                  <a:rPr lang="en-US" sz="1800" b="1" dirty="0">
                    <a:solidFill>
                      <a:srgbClr val="FFCC99"/>
                    </a:solidFill>
                    <a:latin typeface="+mn-lt"/>
                  </a:rPr>
                  <a:t>hold your hand </a:t>
                </a:r>
                <a:r>
                  <a:rPr lang="en-US" sz="1800" dirty="0">
                    <a:solidFill>
                      <a:srgbClr val="FFCC99"/>
                    </a:solidFill>
                    <a:latin typeface="+mn-lt"/>
                  </a:rPr>
                  <a:t>every step of the way.</a:t>
                </a:r>
                <a:endParaRPr lang="en-US" sz="3600" dirty="0">
                  <a:solidFill>
                    <a:srgbClr val="FFCC99"/>
                  </a:solidFill>
                  <a:latin typeface="+mn-lt"/>
                </a:endParaRPr>
              </a:p>
            </p:txBody>
          </p:sp>
        </p:grpSp>
        <p:grpSp>
          <p:nvGrpSpPr>
            <p:cNvPr id="26" name="Group 25">
              <a:extLst>
                <a:ext uri="{FF2B5EF4-FFF2-40B4-BE49-F238E27FC236}">
                  <a16:creationId xmlns:a16="http://schemas.microsoft.com/office/drawing/2014/main" id="{E4066973-BD83-4793-8317-33299975206A}"/>
                </a:ext>
              </a:extLst>
            </p:cNvPr>
            <p:cNvGrpSpPr/>
            <p:nvPr/>
          </p:nvGrpSpPr>
          <p:grpSpPr>
            <a:xfrm>
              <a:off x="669496" y="4971398"/>
              <a:ext cx="4193803" cy="634831"/>
              <a:chOff x="332038" y="5015308"/>
              <a:chExt cx="4193803" cy="634831"/>
            </a:xfrm>
          </p:grpSpPr>
          <p:sp>
            <p:nvSpPr>
              <p:cNvPr id="27" name="Rectangle 53">
                <a:extLst>
                  <a:ext uri="{FF2B5EF4-FFF2-40B4-BE49-F238E27FC236}">
                    <a16:creationId xmlns:a16="http://schemas.microsoft.com/office/drawing/2014/main" id="{C6A2FF31-4C5B-4189-A7F3-89547C4B05E8}"/>
                  </a:ext>
                </a:extLst>
              </p:cNvPr>
              <p:cNvSpPr>
                <a:spLocks noChangeArrowheads="1"/>
              </p:cNvSpPr>
              <p:nvPr/>
            </p:nvSpPr>
            <p:spPr bwMode="auto">
              <a:xfrm flipH="1">
                <a:off x="332038" y="5015308"/>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4:</a:t>
                </a:r>
              </a:p>
            </p:txBody>
          </p:sp>
          <p:sp>
            <p:nvSpPr>
              <p:cNvPr id="28" name="TextBox 27">
                <a:extLst>
                  <a:ext uri="{FF2B5EF4-FFF2-40B4-BE49-F238E27FC236}">
                    <a16:creationId xmlns:a16="http://schemas.microsoft.com/office/drawing/2014/main" id="{75B29222-48D3-4ABF-B562-EE8699C4C952}"/>
                  </a:ext>
                </a:extLst>
              </p:cNvPr>
              <p:cNvSpPr txBox="1"/>
              <p:nvPr/>
            </p:nvSpPr>
            <p:spPr>
              <a:xfrm>
                <a:off x="332040" y="5312752"/>
                <a:ext cx="4090251"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You are </a:t>
                </a:r>
                <a:r>
                  <a:rPr lang="en-US" sz="1800" b="1" dirty="0">
                    <a:solidFill>
                      <a:srgbClr val="FFCC99"/>
                    </a:solidFill>
                    <a:latin typeface="+mn-lt"/>
                  </a:rPr>
                  <a:t>not alone.</a:t>
                </a:r>
                <a:endParaRPr lang="en-US" sz="3600" b="1" dirty="0">
                  <a:solidFill>
                    <a:srgbClr val="FFCC99"/>
                  </a:solidFill>
                  <a:latin typeface="+mn-lt"/>
                </a:endParaRPr>
              </a:p>
            </p:txBody>
          </p:sp>
        </p:grpSp>
        <p:grpSp>
          <p:nvGrpSpPr>
            <p:cNvPr id="29" name="Group 28">
              <a:extLst>
                <a:ext uri="{FF2B5EF4-FFF2-40B4-BE49-F238E27FC236}">
                  <a16:creationId xmlns:a16="http://schemas.microsoft.com/office/drawing/2014/main" id="{E4CFCEE5-8380-4A7E-A085-C5C93EAA34DF}"/>
                </a:ext>
              </a:extLst>
            </p:cNvPr>
            <p:cNvGrpSpPr/>
            <p:nvPr/>
          </p:nvGrpSpPr>
          <p:grpSpPr>
            <a:xfrm>
              <a:off x="669496" y="5984011"/>
              <a:ext cx="4193803" cy="634831"/>
              <a:chOff x="332038" y="5967682"/>
              <a:chExt cx="4193803" cy="634831"/>
            </a:xfrm>
          </p:grpSpPr>
          <p:sp>
            <p:nvSpPr>
              <p:cNvPr id="30" name="Rectangle 53">
                <a:extLst>
                  <a:ext uri="{FF2B5EF4-FFF2-40B4-BE49-F238E27FC236}">
                    <a16:creationId xmlns:a16="http://schemas.microsoft.com/office/drawing/2014/main" id="{F9D5EB3C-6FFA-4EFE-94C0-6BAAC5E17F0B}"/>
                  </a:ext>
                </a:extLst>
              </p:cNvPr>
              <p:cNvSpPr>
                <a:spLocks noChangeArrowheads="1"/>
              </p:cNvSpPr>
              <p:nvPr/>
            </p:nvSpPr>
            <p:spPr bwMode="auto">
              <a:xfrm flipH="1">
                <a:off x="332038" y="5967682"/>
                <a:ext cx="4193803" cy="634831"/>
              </a:xfrm>
              <a:prstGeom prst="rect">
                <a:avLst/>
              </a:prstGeom>
              <a:solidFill>
                <a:srgbClr val="339999"/>
              </a:solidFill>
              <a:ln w="9525">
                <a:noFill/>
                <a:prstDash val="solid"/>
                <a:miter lim="800000"/>
                <a:headEnd/>
                <a:tailEnd/>
              </a:ln>
              <a:effectLst/>
            </p:spPr>
            <p:txBody>
              <a:bodyPr wrap="none" anchor="t"/>
              <a:lstStyle/>
              <a:p>
                <a:pPr marL="0" marR="0" lvl="0" indent="0" algn="l" defTabSz="914400" eaLnBrk="0" fontAlgn="auto" latinLnBrk="0" hangingPunct="0">
                  <a:lnSpc>
                    <a:spcPct val="90000"/>
                  </a:lnSpc>
                  <a:spcBef>
                    <a:spcPts val="0"/>
                  </a:spcBef>
                  <a:spcAft>
                    <a:spcPts val="0"/>
                  </a:spcAft>
                  <a:buClrTx/>
                  <a:buSzTx/>
                  <a:buFontTx/>
                  <a:buNone/>
                  <a:tabLst/>
                  <a:defRPr/>
                </a:pPr>
                <a:r>
                  <a:rPr kumimoji="0" lang="en-US" sz="1200" b="0" i="1" u="none" strike="noStrike" kern="0" cap="none" spc="0" normalizeH="0" baseline="0" noProof="0" dirty="0">
                    <a:ln>
                      <a:noFill/>
                    </a:ln>
                    <a:solidFill>
                      <a:srgbClr val="FFFFFF"/>
                    </a:solidFill>
                    <a:effectLst/>
                    <a:uLnTx/>
                    <a:uFillTx/>
                    <a:latin typeface="+mn-lt"/>
                  </a:rPr>
                  <a:t>Chapter 5:</a:t>
                </a:r>
              </a:p>
            </p:txBody>
          </p:sp>
          <p:sp>
            <p:nvSpPr>
              <p:cNvPr id="31" name="TextBox 30">
                <a:extLst>
                  <a:ext uri="{FF2B5EF4-FFF2-40B4-BE49-F238E27FC236}">
                    <a16:creationId xmlns:a16="http://schemas.microsoft.com/office/drawing/2014/main" id="{B261258B-FCA5-4E10-A443-6D65DC59CF38}"/>
                  </a:ext>
                </a:extLst>
              </p:cNvPr>
              <p:cNvSpPr txBox="1"/>
              <p:nvPr/>
            </p:nvSpPr>
            <p:spPr>
              <a:xfrm>
                <a:off x="332040" y="6269435"/>
                <a:ext cx="4090251" cy="327782"/>
              </a:xfrm>
              <a:prstGeom prst="rect">
                <a:avLst/>
              </a:prstGeom>
              <a:noFill/>
            </p:spPr>
            <p:txBody>
              <a:bodyPr wrap="square">
                <a:spAutoFit/>
              </a:bodyPr>
              <a:lstStyle/>
              <a:p>
                <a:pPr algn="l" eaLnBrk="0" hangingPunct="0">
                  <a:lnSpc>
                    <a:spcPct val="85000"/>
                  </a:lnSpc>
                </a:pPr>
                <a:r>
                  <a:rPr lang="en-US" sz="1800" dirty="0">
                    <a:solidFill>
                      <a:srgbClr val="FFCC99"/>
                    </a:solidFill>
                    <a:latin typeface="+mn-lt"/>
                  </a:rPr>
                  <a:t>Let’s</a:t>
                </a:r>
                <a:r>
                  <a:rPr lang="en-US" sz="1800" b="1" dirty="0">
                    <a:solidFill>
                      <a:srgbClr val="FFCC99"/>
                    </a:solidFill>
                    <a:latin typeface="+mn-lt"/>
                  </a:rPr>
                  <a:t> get started.</a:t>
                </a:r>
                <a:endParaRPr lang="en-US" sz="3600" b="1" dirty="0">
                  <a:solidFill>
                    <a:srgbClr val="FFCC99"/>
                  </a:solidFill>
                  <a:latin typeface="+mn-lt"/>
                </a:endParaRPr>
              </a:p>
            </p:txBody>
          </p:sp>
        </p:grpSp>
        <p:sp>
          <p:nvSpPr>
            <p:cNvPr id="32" name="TextBox 31">
              <a:extLst>
                <a:ext uri="{FF2B5EF4-FFF2-40B4-BE49-F238E27FC236}">
                  <a16:creationId xmlns:a16="http://schemas.microsoft.com/office/drawing/2014/main" id="{627E40F5-0670-4892-8ACB-BD62E80F5875}"/>
                </a:ext>
              </a:extLst>
            </p:cNvPr>
            <p:cNvSpPr txBox="1"/>
            <p:nvPr/>
          </p:nvSpPr>
          <p:spPr>
            <a:xfrm>
              <a:off x="1100990" y="1351909"/>
              <a:ext cx="3261846" cy="400110"/>
            </a:xfrm>
            <a:prstGeom prst="rect">
              <a:avLst/>
            </a:prstGeom>
            <a:noFill/>
          </p:spPr>
          <p:txBody>
            <a:bodyPr wrap="square">
              <a:spAutoFit/>
            </a:bodyPr>
            <a:lstStyle/>
            <a:p>
              <a:pPr>
                <a:defRPr/>
              </a:pPr>
              <a:r>
                <a:rPr lang="en-US" sz="2000" dirty="0">
                  <a:solidFill>
                    <a:srgbClr val="2E5BB6"/>
                  </a:solidFill>
                  <a:latin typeface="+mn-lt"/>
                  <a:ea typeface="+mj-ea"/>
                  <a:cs typeface="Calibri" pitchFamily="34" charset="0"/>
                </a:rPr>
                <a:t>Chapters</a:t>
              </a:r>
            </a:p>
          </p:txBody>
        </p:sp>
      </p:grpSp>
    </p:spTree>
    <p:extLst>
      <p:ext uri="{BB962C8B-B14F-4D97-AF65-F5344CB8AC3E}">
        <p14:creationId xmlns:p14="http://schemas.microsoft.com/office/powerpoint/2010/main" val="2717297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Related image">
            <a:extLst>
              <a:ext uri="{FF2B5EF4-FFF2-40B4-BE49-F238E27FC236}">
                <a16:creationId xmlns:a16="http://schemas.microsoft.com/office/drawing/2014/main" id="{D24F03D3-CD73-4AEF-9A00-D631ACF25463}"/>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colorTemperature colorTemp="4882"/>
                    </a14:imgEffect>
                    <a14:imgEffect>
                      <a14:brightnessContrast bright="-59000"/>
                    </a14:imgEffect>
                  </a14:imgLayer>
                </a14:imgProps>
              </a:ext>
              <a:ext uri="{28A0092B-C50C-407E-A947-70E740481C1C}">
                <a14:useLocalDpi xmlns:a14="http://schemas.microsoft.com/office/drawing/2010/main" val="0"/>
              </a:ext>
            </a:extLst>
          </a:blip>
          <a:srcRect t="1" r="11791" b="37209"/>
          <a:stretch/>
        </p:blipFill>
        <p:spPr bwMode="auto">
          <a:xfrm>
            <a:off x="-1" y="0"/>
            <a:ext cx="9150824" cy="5203371"/>
          </a:xfrm>
          <a:prstGeom prst="rect">
            <a:avLst/>
          </a:prstGeom>
          <a:noFill/>
          <a:extLst>
            <a:ext uri="{909E8E84-426E-40DD-AFC4-6F175D3DCCD1}">
              <a14:hiddenFill xmlns:a14="http://schemas.microsoft.com/office/drawing/2010/main">
                <a:solidFill>
                  <a:srgbClr val="FFFFFF"/>
                </a:solidFill>
              </a14:hiddenFill>
            </a:ext>
          </a:extLst>
        </p:spPr>
      </p:pic>
      <p:sp>
        <p:nvSpPr>
          <p:cNvPr id="15" name="Freeform: Shape 14">
            <a:extLst>
              <a:ext uri="{FF2B5EF4-FFF2-40B4-BE49-F238E27FC236}">
                <a16:creationId xmlns:a16="http://schemas.microsoft.com/office/drawing/2014/main" id="{B5103976-77A9-43C0-9CEA-600573E09379}"/>
              </a:ext>
            </a:extLst>
          </p:cNvPr>
          <p:cNvSpPr/>
          <p:nvPr/>
        </p:nvSpPr>
        <p:spPr bwMode="auto">
          <a:xfrm>
            <a:off x="-13200" y="3873668"/>
            <a:ext cx="9163575" cy="2999454"/>
          </a:xfrm>
          <a:custGeom>
            <a:avLst/>
            <a:gdLst>
              <a:gd name="connsiteX0" fmla="*/ 6824 w 9144000"/>
              <a:gd name="connsiteY0" fmla="*/ 68239 h 4026090"/>
              <a:gd name="connsiteX1" fmla="*/ 3336877 w 9144000"/>
              <a:gd name="connsiteY1" fmla="*/ 0 h 4026090"/>
              <a:gd name="connsiteX2" fmla="*/ 9144000 w 9144000"/>
              <a:gd name="connsiteY2" fmla="*/ 1323833 h 4026090"/>
              <a:gd name="connsiteX3" fmla="*/ 9123528 w 9144000"/>
              <a:gd name="connsiteY3" fmla="*/ 4026090 h 4026090"/>
              <a:gd name="connsiteX4" fmla="*/ 0 w 9144000"/>
              <a:gd name="connsiteY4" fmla="*/ 4019266 h 4026090"/>
              <a:gd name="connsiteX5" fmla="*/ 6824 w 9144000"/>
              <a:gd name="connsiteY5" fmla="*/ 68239 h 4026090"/>
              <a:gd name="connsiteX0" fmla="*/ 6824 w 9144000"/>
              <a:gd name="connsiteY0" fmla="*/ 374179 h 4332030"/>
              <a:gd name="connsiteX1" fmla="*/ 3336877 w 9144000"/>
              <a:gd name="connsiteY1" fmla="*/ 305940 h 4332030"/>
              <a:gd name="connsiteX2" fmla="*/ 9144000 w 9144000"/>
              <a:gd name="connsiteY2" fmla="*/ 1629773 h 4332030"/>
              <a:gd name="connsiteX3" fmla="*/ 9123528 w 9144000"/>
              <a:gd name="connsiteY3" fmla="*/ 4332030 h 4332030"/>
              <a:gd name="connsiteX4" fmla="*/ 0 w 9144000"/>
              <a:gd name="connsiteY4" fmla="*/ 4325206 h 4332030"/>
              <a:gd name="connsiteX5" fmla="*/ 6824 w 9144000"/>
              <a:gd name="connsiteY5" fmla="*/ 374179 h 4332030"/>
              <a:gd name="connsiteX0" fmla="*/ 6824 w 9144000"/>
              <a:gd name="connsiteY0" fmla="*/ 317631 h 4275482"/>
              <a:gd name="connsiteX1" fmla="*/ 3336877 w 9144000"/>
              <a:gd name="connsiteY1" fmla="*/ 249392 h 4275482"/>
              <a:gd name="connsiteX2" fmla="*/ 9144000 w 9144000"/>
              <a:gd name="connsiteY2" fmla="*/ 1573225 h 4275482"/>
              <a:gd name="connsiteX3" fmla="*/ 9123528 w 9144000"/>
              <a:gd name="connsiteY3" fmla="*/ 4275482 h 4275482"/>
              <a:gd name="connsiteX4" fmla="*/ 0 w 9144000"/>
              <a:gd name="connsiteY4" fmla="*/ 4268658 h 4275482"/>
              <a:gd name="connsiteX5" fmla="*/ 6824 w 9144000"/>
              <a:gd name="connsiteY5" fmla="*/ 317631 h 4275482"/>
              <a:gd name="connsiteX0" fmla="*/ 6824 w 9144000"/>
              <a:gd name="connsiteY0" fmla="*/ 137877 h 4095728"/>
              <a:gd name="connsiteX1" fmla="*/ 3336877 w 9144000"/>
              <a:gd name="connsiteY1" fmla="*/ 69638 h 4095728"/>
              <a:gd name="connsiteX2" fmla="*/ 9144000 w 9144000"/>
              <a:gd name="connsiteY2" fmla="*/ 1393471 h 4095728"/>
              <a:gd name="connsiteX3" fmla="*/ 9123528 w 9144000"/>
              <a:gd name="connsiteY3" fmla="*/ 4095728 h 4095728"/>
              <a:gd name="connsiteX4" fmla="*/ 0 w 9144000"/>
              <a:gd name="connsiteY4" fmla="*/ 4088904 h 4095728"/>
              <a:gd name="connsiteX5" fmla="*/ 6824 w 9144000"/>
              <a:gd name="connsiteY5" fmla="*/ 137877 h 4095728"/>
              <a:gd name="connsiteX0" fmla="*/ 27296 w 9144000"/>
              <a:gd name="connsiteY0" fmla="*/ 274409 h 4123078"/>
              <a:gd name="connsiteX1" fmla="*/ 3336877 w 9144000"/>
              <a:gd name="connsiteY1" fmla="*/ 96988 h 4123078"/>
              <a:gd name="connsiteX2" fmla="*/ 9144000 w 9144000"/>
              <a:gd name="connsiteY2" fmla="*/ 1420821 h 4123078"/>
              <a:gd name="connsiteX3" fmla="*/ 9123528 w 9144000"/>
              <a:gd name="connsiteY3" fmla="*/ 4123078 h 4123078"/>
              <a:gd name="connsiteX4" fmla="*/ 0 w 9144000"/>
              <a:gd name="connsiteY4" fmla="*/ 4116254 h 4123078"/>
              <a:gd name="connsiteX5" fmla="*/ 27296 w 9144000"/>
              <a:gd name="connsiteY5" fmla="*/ 274409 h 4123078"/>
              <a:gd name="connsiteX0" fmla="*/ 34120 w 9144000"/>
              <a:gd name="connsiteY0" fmla="*/ 211714 h 4169565"/>
              <a:gd name="connsiteX1" fmla="*/ 3336877 w 9144000"/>
              <a:gd name="connsiteY1" fmla="*/ 143475 h 4169565"/>
              <a:gd name="connsiteX2" fmla="*/ 9144000 w 9144000"/>
              <a:gd name="connsiteY2" fmla="*/ 1467308 h 4169565"/>
              <a:gd name="connsiteX3" fmla="*/ 9123528 w 9144000"/>
              <a:gd name="connsiteY3" fmla="*/ 4169565 h 4169565"/>
              <a:gd name="connsiteX4" fmla="*/ 0 w 9144000"/>
              <a:gd name="connsiteY4" fmla="*/ 4162741 h 4169565"/>
              <a:gd name="connsiteX5" fmla="*/ 34120 w 9144000"/>
              <a:gd name="connsiteY5" fmla="*/ 211714 h 4169565"/>
              <a:gd name="connsiteX0" fmla="*/ 34120 w 9144000"/>
              <a:gd name="connsiteY0" fmla="*/ 143288 h 4101139"/>
              <a:gd name="connsiteX1" fmla="*/ 3336877 w 9144000"/>
              <a:gd name="connsiteY1" fmla="*/ 75049 h 4101139"/>
              <a:gd name="connsiteX2" fmla="*/ 9144000 w 9144000"/>
              <a:gd name="connsiteY2" fmla="*/ 1398882 h 4101139"/>
              <a:gd name="connsiteX3" fmla="*/ 9123528 w 9144000"/>
              <a:gd name="connsiteY3" fmla="*/ 4101139 h 4101139"/>
              <a:gd name="connsiteX4" fmla="*/ 0 w 9144000"/>
              <a:gd name="connsiteY4" fmla="*/ 4094315 h 4101139"/>
              <a:gd name="connsiteX5" fmla="*/ 34120 w 9144000"/>
              <a:gd name="connsiteY5" fmla="*/ 143288 h 4101139"/>
              <a:gd name="connsiteX0" fmla="*/ 34120 w 9144000"/>
              <a:gd name="connsiteY0" fmla="*/ 150007 h 4107858"/>
              <a:gd name="connsiteX1" fmla="*/ 3336877 w 9144000"/>
              <a:gd name="connsiteY1" fmla="*/ 81768 h 4107858"/>
              <a:gd name="connsiteX2" fmla="*/ 9144000 w 9144000"/>
              <a:gd name="connsiteY2" fmla="*/ 1405601 h 4107858"/>
              <a:gd name="connsiteX3" fmla="*/ 9123528 w 9144000"/>
              <a:gd name="connsiteY3" fmla="*/ 4107858 h 4107858"/>
              <a:gd name="connsiteX4" fmla="*/ 0 w 9144000"/>
              <a:gd name="connsiteY4" fmla="*/ 4101034 h 4107858"/>
              <a:gd name="connsiteX5" fmla="*/ 34120 w 9144000"/>
              <a:gd name="connsiteY5" fmla="*/ 150007 h 4107858"/>
              <a:gd name="connsiteX0" fmla="*/ 34120 w 9144000"/>
              <a:gd name="connsiteY0" fmla="*/ 150007 h 4107858"/>
              <a:gd name="connsiteX1" fmla="*/ 3336877 w 9144000"/>
              <a:gd name="connsiteY1" fmla="*/ 81768 h 4107858"/>
              <a:gd name="connsiteX2" fmla="*/ 9144000 w 9144000"/>
              <a:gd name="connsiteY2" fmla="*/ 1405601 h 4107858"/>
              <a:gd name="connsiteX3" fmla="*/ 9123528 w 9144000"/>
              <a:gd name="connsiteY3" fmla="*/ 4107858 h 4107858"/>
              <a:gd name="connsiteX4" fmla="*/ 0 w 9144000"/>
              <a:gd name="connsiteY4" fmla="*/ 4101034 h 4107858"/>
              <a:gd name="connsiteX5" fmla="*/ 34120 w 9144000"/>
              <a:gd name="connsiteY5" fmla="*/ 150007 h 4107858"/>
              <a:gd name="connsiteX0" fmla="*/ 302 w 9151125"/>
              <a:gd name="connsiteY0" fmla="*/ 175397 h 4099128"/>
              <a:gd name="connsiteX1" fmla="*/ 3344002 w 9151125"/>
              <a:gd name="connsiteY1" fmla="*/ 73038 h 4099128"/>
              <a:gd name="connsiteX2" fmla="*/ 9151125 w 9151125"/>
              <a:gd name="connsiteY2" fmla="*/ 1396871 h 4099128"/>
              <a:gd name="connsiteX3" fmla="*/ 9130653 w 9151125"/>
              <a:gd name="connsiteY3" fmla="*/ 4099128 h 4099128"/>
              <a:gd name="connsiteX4" fmla="*/ 7125 w 9151125"/>
              <a:gd name="connsiteY4" fmla="*/ 4092304 h 4099128"/>
              <a:gd name="connsiteX5" fmla="*/ 302 w 9151125"/>
              <a:gd name="connsiteY5" fmla="*/ 175397 h 4099128"/>
              <a:gd name="connsiteX0" fmla="*/ 302 w 9151125"/>
              <a:gd name="connsiteY0" fmla="*/ 180865 h 4104596"/>
              <a:gd name="connsiteX1" fmla="*/ 3344002 w 9151125"/>
              <a:gd name="connsiteY1" fmla="*/ 78506 h 4104596"/>
              <a:gd name="connsiteX2" fmla="*/ 9151125 w 9151125"/>
              <a:gd name="connsiteY2" fmla="*/ 1402339 h 4104596"/>
              <a:gd name="connsiteX3" fmla="*/ 9130653 w 9151125"/>
              <a:gd name="connsiteY3" fmla="*/ 4104596 h 4104596"/>
              <a:gd name="connsiteX4" fmla="*/ 7125 w 9151125"/>
              <a:gd name="connsiteY4" fmla="*/ 4097772 h 4104596"/>
              <a:gd name="connsiteX5" fmla="*/ 302 w 9151125"/>
              <a:gd name="connsiteY5" fmla="*/ 180865 h 4104596"/>
              <a:gd name="connsiteX0" fmla="*/ 302 w 9151125"/>
              <a:gd name="connsiteY0" fmla="*/ 161172 h 4112199"/>
              <a:gd name="connsiteX1" fmla="*/ 3344002 w 9151125"/>
              <a:gd name="connsiteY1" fmla="*/ 86109 h 4112199"/>
              <a:gd name="connsiteX2" fmla="*/ 9151125 w 9151125"/>
              <a:gd name="connsiteY2" fmla="*/ 1409942 h 4112199"/>
              <a:gd name="connsiteX3" fmla="*/ 9130653 w 9151125"/>
              <a:gd name="connsiteY3" fmla="*/ 4112199 h 4112199"/>
              <a:gd name="connsiteX4" fmla="*/ 7125 w 9151125"/>
              <a:gd name="connsiteY4" fmla="*/ 4105375 h 4112199"/>
              <a:gd name="connsiteX5" fmla="*/ 302 w 9151125"/>
              <a:gd name="connsiteY5" fmla="*/ 161172 h 4112199"/>
              <a:gd name="connsiteX0" fmla="*/ 302 w 9146968"/>
              <a:gd name="connsiteY0" fmla="*/ 196157 h 4147184"/>
              <a:gd name="connsiteX1" fmla="*/ 3344002 w 9146968"/>
              <a:gd name="connsiteY1" fmla="*/ 121094 h 4147184"/>
              <a:gd name="connsiteX2" fmla="*/ 9146968 w 9146968"/>
              <a:gd name="connsiteY2" fmla="*/ 1919521 h 4147184"/>
              <a:gd name="connsiteX3" fmla="*/ 9130653 w 9146968"/>
              <a:gd name="connsiteY3" fmla="*/ 4147184 h 4147184"/>
              <a:gd name="connsiteX4" fmla="*/ 7125 w 9146968"/>
              <a:gd name="connsiteY4" fmla="*/ 4140360 h 4147184"/>
              <a:gd name="connsiteX5" fmla="*/ 302 w 9146968"/>
              <a:gd name="connsiteY5" fmla="*/ 196157 h 4147184"/>
              <a:gd name="connsiteX0" fmla="*/ 302 w 9146968"/>
              <a:gd name="connsiteY0" fmla="*/ 196157 h 4147184"/>
              <a:gd name="connsiteX1" fmla="*/ 3344002 w 9146968"/>
              <a:gd name="connsiteY1" fmla="*/ 121094 h 4147184"/>
              <a:gd name="connsiteX2" fmla="*/ 9146968 w 9146968"/>
              <a:gd name="connsiteY2" fmla="*/ 1919521 h 4147184"/>
              <a:gd name="connsiteX3" fmla="*/ 9130653 w 9146968"/>
              <a:gd name="connsiteY3" fmla="*/ 4147184 h 4147184"/>
              <a:gd name="connsiteX4" fmla="*/ 7125 w 9146968"/>
              <a:gd name="connsiteY4" fmla="*/ 4140360 h 4147184"/>
              <a:gd name="connsiteX5" fmla="*/ 302 w 9146968"/>
              <a:gd name="connsiteY5" fmla="*/ 196157 h 4147184"/>
              <a:gd name="connsiteX0" fmla="*/ 302 w 9146968"/>
              <a:gd name="connsiteY0" fmla="*/ 204650 h 4155677"/>
              <a:gd name="connsiteX1" fmla="*/ 3344002 w 9146968"/>
              <a:gd name="connsiteY1" fmla="*/ 129587 h 4155677"/>
              <a:gd name="connsiteX2" fmla="*/ 9146968 w 9146968"/>
              <a:gd name="connsiteY2" fmla="*/ 1928014 h 4155677"/>
              <a:gd name="connsiteX3" fmla="*/ 9130653 w 9146968"/>
              <a:gd name="connsiteY3" fmla="*/ 4155677 h 4155677"/>
              <a:gd name="connsiteX4" fmla="*/ 7125 w 9146968"/>
              <a:gd name="connsiteY4" fmla="*/ 4148853 h 4155677"/>
              <a:gd name="connsiteX5" fmla="*/ 302 w 9146968"/>
              <a:gd name="connsiteY5" fmla="*/ 204650 h 4155677"/>
              <a:gd name="connsiteX0" fmla="*/ 302 w 9150677"/>
              <a:gd name="connsiteY0" fmla="*/ 204650 h 4155677"/>
              <a:gd name="connsiteX1" fmla="*/ 3344002 w 9150677"/>
              <a:gd name="connsiteY1" fmla="*/ 129587 h 4155677"/>
              <a:gd name="connsiteX2" fmla="*/ 9146968 w 9150677"/>
              <a:gd name="connsiteY2" fmla="*/ 1928014 h 4155677"/>
              <a:gd name="connsiteX3" fmla="*/ 9150677 w 9150677"/>
              <a:gd name="connsiteY3" fmla="*/ 4155677 h 4155677"/>
              <a:gd name="connsiteX4" fmla="*/ 7125 w 9150677"/>
              <a:gd name="connsiteY4" fmla="*/ 4148853 h 4155677"/>
              <a:gd name="connsiteX5" fmla="*/ 302 w 9150677"/>
              <a:gd name="connsiteY5" fmla="*/ 204650 h 4155677"/>
              <a:gd name="connsiteX0" fmla="*/ 13200 w 9163575"/>
              <a:gd name="connsiteY0" fmla="*/ 204650 h 4176737"/>
              <a:gd name="connsiteX1" fmla="*/ 3356900 w 9163575"/>
              <a:gd name="connsiteY1" fmla="*/ 129587 h 4176737"/>
              <a:gd name="connsiteX2" fmla="*/ 9159866 w 9163575"/>
              <a:gd name="connsiteY2" fmla="*/ 1928014 h 4176737"/>
              <a:gd name="connsiteX3" fmla="*/ 9163575 w 9163575"/>
              <a:gd name="connsiteY3" fmla="*/ 4155677 h 4176737"/>
              <a:gd name="connsiteX4" fmla="*/ 0 w 9163575"/>
              <a:gd name="connsiteY4" fmla="*/ 4176737 h 4176737"/>
              <a:gd name="connsiteX5" fmla="*/ 13200 w 9163575"/>
              <a:gd name="connsiteY5" fmla="*/ 204650 h 417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63575" h="4176737">
                <a:moveTo>
                  <a:pt x="13200" y="204650"/>
                </a:moveTo>
                <a:cubicBezTo>
                  <a:pt x="731940" y="108406"/>
                  <a:pt x="1832456" y="-157640"/>
                  <a:pt x="3356900" y="129587"/>
                </a:cubicBezTo>
                <a:cubicBezTo>
                  <a:pt x="4881344" y="416814"/>
                  <a:pt x="8128364" y="1365396"/>
                  <a:pt x="9159866" y="1928014"/>
                </a:cubicBezTo>
                <a:cubicBezTo>
                  <a:pt x="9161102" y="2670568"/>
                  <a:pt x="9162339" y="3413123"/>
                  <a:pt x="9163575" y="4155677"/>
                </a:cubicBezTo>
                <a:lnTo>
                  <a:pt x="0" y="4176737"/>
                </a:lnTo>
                <a:cubicBezTo>
                  <a:pt x="2275" y="2859728"/>
                  <a:pt x="10925" y="1521659"/>
                  <a:pt x="13200" y="204650"/>
                </a:cubicBezTo>
                <a:close/>
              </a:path>
            </a:pathLst>
          </a:custGeom>
          <a:solidFill>
            <a:srgbClr val="C5A125"/>
          </a:solidFill>
          <a:ln w="38100" cap="flat" cmpd="sng" algn="ctr">
            <a:no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FFFF01"/>
              </a:solidFill>
              <a:effectLst/>
              <a:latin typeface="Times New Roman" pitchFamily="18" charset="0"/>
            </a:endParaRPr>
          </a:p>
        </p:txBody>
      </p:sp>
      <p:sp>
        <p:nvSpPr>
          <p:cNvPr id="3" name="Slide Number Placeholder 2">
            <a:extLst>
              <a:ext uri="{FF2B5EF4-FFF2-40B4-BE49-F238E27FC236}">
                <a16:creationId xmlns:a16="http://schemas.microsoft.com/office/drawing/2014/main" id="{E7D5B3B2-4398-4869-AA9F-06012DDF0C8C}"/>
              </a:ext>
            </a:extLst>
          </p:cNvPr>
          <p:cNvSpPr>
            <a:spLocks noGrp="1"/>
          </p:cNvSpPr>
          <p:nvPr>
            <p:ph type="sldNum" sz="quarter" idx="10"/>
          </p:nvPr>
        </p:nvSpPr>
        <p:spPr/>
        <p:txBody>
          <a:bodyPr/>
          <a:lstStyle/>
          <a:p>
            <a:pPr>
              <a:defRPr/>
            </a:pPr>
            <a:fld id="{DFE0C305-EB60-4410-962D-772AA82E3DED}" type="slidenum">
              <a:rPr lang="en-US" smtClean="0"/>
              <a:pPr>
                <a:defRPr/>
              </a:pPr>
              <a:t>11</a:t>
            </a:fld>
            <a:endParaRPr lang="en-US"/>
          </a:p>
        </p:txBody>
      </p:sp>
      <p:sp>
        <p:nvSpPr>
          <p:cNvPr id="6" name="Rectangle 5">
            <a:extLst>
              <a:ext uri="{FF2B5EF4-FFF2-40B4-BE49-F238E27FC236}">
                <a16:creationId xmlns:a16="http://schemas.microsoft.com/office/drawing/2014/main" id="{056A939B-04CE-4D43-8FC8-BFF5EF03AD26}"/>
              </a:ext>
            </a:extLst>
          </p:cNvPr>
          <p:cNvSpPr/>
          <p:nvPr/>
        </p:nvSpPr>
        <p:spPr>
          <a:xfrm>
            <a:off x="829628" y="203828"/>
            <a:ext cx="8178485" cy="3216265"/>
          </a:xfrm>
          <a:prstGeom prst="rect">
            <a:avLst/>
          </a:prstGeom>
          <a:noFill/>
          <a:ln>
            <a:noFill/>
          </a:ln>
        </p:spPr>
        <p:txBody>
          <a:bodyPr wrap="square">
            <a:spAutoFit/>
          </a:bodyPr>
          <a:lstStyle/>
          <a:p>
            <a:pPr algn="l">
              <a:spcBef>
                <a:spcPts val="600"/>
              </a:spcBef>
              <a:buSzPct val="70000"/>
            </a:pPr>
            <a:r>
              <a:rPr lang="en-US" sz="2800" b="1" kern="0" dirty="0">
                <a:solidFill>
                  <a:schemeClr val="bg1"/>
                </a:solidFill>
                <a:latin typeface="Arial Narrow" panose="020B0606020202030204" pitchFamily="34" charset="0"/>
                <a:ea typeface="+mj-ea"/>
                <a:cs typeface="Calibri" pitchFamily="34" charset="0"/>
              </a:rPr>
              <a:t>Universal Sales Pitch</a:t>
            </a:r>
            <a:r>
              <a:rPr lang="en-US" sz="1600" kern="0" baseline="78000" dirty="0">
                <a:solidFill>
                  <a:schemeClr val="bg1"/>
                </a:solidFill>
                <a:latin typeface="Arial Narrow" panose="020B0606020202030204" pitchFamily="34" charset="0"/>
                <a:ea typeface="+mj-ea"/>
                <a:cs typeface="Calibri" pitchFamily="34" charset="0"/>
              </a:rPr>
              <a:t>™</a:t>
            </a:r>
            <a:endParaRPr lang="en-US" sz="2800" kern="0" baseline="78000" dirty="0">
              <a:solidFill>
                <a:schemeClr val="bg1"/>
              </a:solidFill>
              <a:latin typeface="Arial Narrow" panose="020B0606020202030204" pitchFamily="34" charset="0"/>
              <a:ea typeface="+mj-ea"/>
              <a:cs typeface="Calibri" pitchFamily="34" charset="0"/>
            </a:endParaRPr>
          </a:p>
          <a:p>
            <a:pPr marL="169863" indent="-169863" algn="l">
              <a:spcBef>
                <a:spcPts val="1800"/>
              </a:spcBef>
              <a:buSzPct val="70000"/>
              <a:buFont typeface="+mj-lt"/>
              <a:buAutoNum type="arabicPeriod"/>
            </a:pPr>
            <a:r>
              <a:rPr lang="en-US" sz="2800" kern="0" dirty="0">
                <a:solidFill>
                  <a:schemeClr val="bg1"/>
                </a:solidFill>
                <a:latin typeface="Arial Narrow" panose="020B0606020202030204" pitchFamily="34" charset="0"/>
                <a:ea typeface="+mj-ea"/>
                <a:cs typeface="Calibri" pitchFamily="34" charset="0"/>
              </a:rPr>
              <a:t>You need </a:t>
            </a:r>
            <a:r>
              <a:rPr lang="en-US" sz="2800" b="1" kern="0" dirty="0">
                <a:solidFill>
                  <a:schemeClr val="bg1"/>
                </a:solidFill>
                <a:latin typeface="Arial Narrow" panose="020B0606020202030204" pitchFamily="34" charset="0"/>
                <a:ea typeface="+mj-ea"/>
                <a:cs typeface="Calibri" pitchFamily="34" charset="0"/>
              </a:rPr>
              <a:t>this</a:t>
            </a:r>
            <a:r>
              <a:rPr lang="en-US" sz="2800" kern="0" dirty="0">
                <a:solidFill>
                  <a:schemeClr val="bg1"/>
                </a:solidFill>
                <a:latin typeface="Arial Narrow" panose="020B0606020202030204" pitchFamily="34" charset="0"/>
                <a:ea typeface="+mj-ea"/>
                <a:cs typeface="Calibri" pitchFamily="34" charset="0"/>
              </a:rPr>
              <a:t> </a:t>
            </a:r>
            <a:r>
              <a:rPr lang="en-US" sz="2800" b="1" kern="0" dirty="0">
                <a:solidFill>
                  <a:schemeClr val="bg1"/>
                </a:solidFill>
                <a:latin typeface="Arial Narrow" panose="020B0606020202030204" pitchFamily="34" charset="0"/>
                <a:ea typeface="+mj-ea"/>
                <a:cs typeface="Calibri" pitchFamily="34" charset="0"/>
              </a:rPr>
              <a:t>category</a:t>
            </a:r>
            <a:r>
              <a:rPr lang="en-US" sz="2800" kern="0" dirty="0">
                <a:solidFill>
                  <a:schemeClr val="bg1"/>
                </a:solidFill>
                <a:latin typeface="Arial Narrow" panose="020B0606020202030204" pitchFamily="34" charset="0"/>
                <a:ea typeface="+mj-ea"/>
                <a:cs typeface="Calibri" pitchFamily="34" charset="0"/>
              </a:rPr>
              <a:t>.</a:t>
            </a:r>
          </a:p>
          <a:p>
            <a:pPr marL="169863" indent="-169863" algn="l">
              <a:spcBef>
                <a:spcPts val="600"/>
              </a:spcBef>
              <a:buSzPct val="70000"/>
              <a:buFont typeface="+mj-lt"/>
              <a:buAutoNum type="arabicPeriod"/>
            </a:pPr>
            <a:r>
              <a:rPr lang="en-US" sz="2800" kern="0" dirty="0">
                <a:solidFill>
                  <a:schemeClr val="bg1"/>
                </a:solidFill>
                <a:latin typeface="Arial Narrow" panose="020B0606020202030204" pitchFamily="34" charset="0"/>
                <a:ea typeface="+mj-ea"/>
                <a:cs typeface="Calibri" pitchFamily="34" charset="0"/>
              </a:rPr>
              <a:t>You need </a:t>
            </a:r>
            <a:r>
              <a:rPr lang="en-US" sz="2800" b="1" kern="0" dirty="0">
                <a:solidFill>
                  <a:schemeClr val="bg1"/>
                </a:solidFill>
                <a:latin typeface="Arial Narrow" panose="020B0606020202030204" pitchFamily="34" charset="0"/>
                <a:ea typeface="+mj-ea"/>
                <a:cs typeface="Calibri" pitchFamily="34" charset="0"/>
              </a:rPr>
              <a:t>our version </a:t>
            </a:r>
            <a:r>
              <a:rPr lang="en-US" sz="2800" kern="0" dirty="0">
                <a:solidFill>
                  <a:schemeClr val="bg1"/>
                </a:solidFill>
                <a:latin typeface="Arial Narrow" panose="020B0606020202030204" pitchFamily="34" charset="0"/>
                <a:ea typeface="+mj-ea"/>
                <a:cs typeface="Calibri" pitchFamily="34" charset="0"/>
              </a:rPr>
              <a:t>of this category.</a:t>
            </a:r>
          </a:p>
          <a:p>
            <a:pPr marL="169863" indent="-169863" algn="l">
              <a:spcBef>
                <a:spcPts val="600"/>
              </a:spcBef>
              <a:buSzPct val="70000"/>
              <a:buFont typeface="+mj-lt"/>
              <a:buAutoNum type="arabicPeriod"/>
            </a:pPr>
            <a:r>
              <a:rPr lang="en-US" sz="2800" kern="0" dirty="0">
                <a:solidFill>
                  <a:schemeClr val="bg1"/>
                </a:solidFill>
                <a:latin typeface="Arial Narrow" panose="020B0606020202030204" pitchFamily="34" charset="0"/>
                <a:ea typeface="+mj-ea"/>
                <a:cs typeface="Calibri" pitchFamily="34" charset="0"/>
              </a:rPr>
              <a:t>We </a:t>
            </a:r>
            <a:r>
              <a:rPr lang="en-US" sz="2800" b="1" kern="0" dirty="0">
                <a:solidFill>
                  <a:schemeClr val="bg1"/>
                </a:solidFill>
                <a:latin typeface="Arial Narrow" panose="020B0606020202030204" pitchFamily="34" charset="0"/>
                <a:ea typeface="+mj-ea"/>
                <a:cs typeface="Calibri" pitchFamily="34" charset="0"/>
              </a:rPr>
              <a:t>hold your hand </a:t>
            </a:r>
            <a:r>
              <a:rPr lang="en-US" sz="2800" kern="0" dirty="0">
                <a:solidFill>
                  <a:schemeClr val="bg1"/>
                </a:solidFill>
                <a:latin typeface="Arial Narrow" panose="020B0606020202030204" pitchFamily="34" charset="0"/>
                <a:ea typeface="+mj-ea"/>
                <a:cs typeface="Calibri" pitchFamily="34" charset="0"/>
              </a:rPr>
              <a:t>every step of the way.</a:t>
            </a:r>
          </a:p>
          <a:p>
            <a:pPr marL="169863" indent="-169863" algn="l">
              <a:spcBef>
                <a:spcPts val="600"/>
              </a:spcBef>
              <a:buSzPct val="70000"/>
              <a:buFont typeface="+mj-lt"/>
              <a:buAutoNum type="arabicPeriod"/>
            </a:pPr>
            <a:r>
              <a:rPr lang="en-US" sz="2800" kern="0" dirty="0">
                <a:solidFill>
                  <a:schemeClr val="bg1"/>
                </a:solidFill>
                <a:latin typeface="Arial Narrow" panose="020B0606020202030204" pitchFamily="34" charset="0"/>
                <a:ea typeface="+mj-ea"/>
                <a:cs typeface="Calibri" pitchFamily="34" charset="0"/>
              </a:rPr>
              <a:t>You’re </a:t>
            </a:r>
            <a:r>
              <a:rPr lang="en-US" sz="2800" b="1" kern="0" dirty="0">
                <a:solidFill>
                  <a:schemeClr val="bg1"/>
                </a:solidFill>
                <a:latin typeface="Arial Narrow" panose="020B0606020202030204" pitchFamily="34" charset="0"/>
                <a:ea typeface="+mj-ea"/>
                <a:cs typeface="Calibri" pitchFamily="34" charset="0"/>
              </a:rPr>
              <a:t>not alone</a:t>
            </a:r>
            <a:r>
              <a:rPr lang="en-US" sz="2800" kern="0" dirty="0">
                <a:solidFill>
                  <a:schemeClr val="bg1"/>
                </a:solidFill>
                <a:latin typeface="Arial Narrow" panose="020B0606020202030204" pitchFamily="34" charset="0"/>
                <a:ea typeface="+mj-ea"/>
                <a:cs typeface="Calibri" pitchFamily="34" charset="0"/>
              </a:rPr>
              <a:t>.</a:t>
            </a:r>
          </a:p>
          <a:p>
            <a:pPr marL="169863" indent="-169863" algn="l">
              <a:spcBef>
                <a:spcPts val="600"/>
              </a:spcBef>
              <a:buSzPct val="70000"/>
              <a:buFont typeface="+mj-lt"/>
              <a:buAutoNum type="arabicPeriod"/>
            </a:pPr>
            <a:r>
              <a:rPr lang="en-US" sz="2800" kern="0" dirty="0">
                <a:solidFill>
                  <a:schemeClr val="bg1"/>
                </a:solidFill>
                <a:latin typeface="Arial Narrow" panose="020B0606020202030204" pitchFamily="34" charset="0"/>
                <a:ea typeface="+mj-ea"/>
                <a:cs typeface="Calibri" pitchFamily="34" charset="0"/>
              </a:rPr>
              <a:t>Let’s </a:t>
            </a:r>
            <a:r>
              <a:rPr lang="en-US" sz="2800" b="1" kern="0" dirty="0">
                <a:solidFill>
                  <a:schemeClr val="bg1"/>
                </a:solidFill>
                <a:latin typeface="Arial Narrow" panose="020B0606020202030204" pitchFamily="34" charset="0"/>
                <a:ea typeface="+mj-ea"/>
                <a:cs typeface="Calibri" pitchFamily="34" charset="0"/>
              </a:rPr>
              <a:t>get</a:t>
            </a:r>
            <a:r>
              <a:rPr lang="en-US" sz="2800" kern="0" dirty="0">
                <a:solidFill>
                  <a:schemeClr val="bg1"/>
                </a:solidFill>
                <a:latin typeface="Arial Narrow" panose="020B0606020202030204" pitchFamily="34" charset="0"/>
                <a:ea typeface="+mj-ea"/>
                <a:cs typeface="Calibri" pitchFamily="34" charset="0"/>
              </a:rPr>
              <a:t> </a:t>
            </a:r>
            <a:r>
              <a:rPr lang="en-US" sz="2800" b="1" kern="0" dirty="0">
                <a:solidFill>
                  <a:schemeClr val="bg1"/>
                </a:solidFill>
                <a:latin typeface="Arial Narrow" panose="020B0606020202030204" pitchFamily="34" charset="0"/>
                <a:ea typeface="+mj-ea"/>
                <a:cs typeface="Calibri" pitchFamily="34" charset="0"/>
              </a:rPr>
              <a:t>started! </a:t>
            </a:r>
            <a:r>
              <a:rPr lang="en-US" sz="2800" kern="0" dirty="0">
                <a:solidFill>
                  <a:schemeClr val="bg1"/>
                </a:solidFill>
                <a:latin typeface="Arial Narrow" panose="020B0606020202030204" pitchFamily="34" charset="0"/>
                <a:ea typeface="+mj-ea"/>
                <a:cs typeface="Calibri" pitchFamily="34" charset="0"/>
              </a:rPr>
              <a:t>  </a:t>
            </a:r>
            <a:endParaRPr lang="en-US" sz="2800" dirty="0">
              <a:solidFill>
                <a:schemeClr val="bg1"/>
              </a:solidFill>
            </a:endParaRPr>
          </a:p>
        </p:txBody>
      </p:sp>
      <p:sp>
        <p:nvSpPr>
          <p:cNvPr id="2" name="TextBox 1">
            <a:extLst>
              <a:ext uri="{FF2B5EF4-FFF2-40B4-BE49-F238E27FC236}">
                <a16:creationId xmlns:a16="http://schemas.microsoft.com/office/drawing/2014/main" id="{532FE45E-B8E8-4FB6-8CE7-A0985A261777}"/>
              </a:ext>
            </a:extLst>
          </p:cNvPr>
          <p:cNvSpPr txBox="1"/>
          <p:nvPr/>
        </p:nvSpPr>
        <p:spPr>
          <a:xfrm>
            <a:off x="816193" y="5528572"/>
            <a:ext cx="6615914" cy="646331"/>
          </a:xfrm>
          <a:prstGeom prst="rect">
            <a:avLst/>
          </a:prstGeom>
          <a:noFill/>
        </p:spPr>
        <p:txBody>
          <a:bodyPr wrap="none" rtlCol="0">
            <a:spAutoFit/>
          </a:bodyPr>
          <a:lstStyle/>
          <a:p>
            <a:pPr algn="l"/>
            <a:r>
              <a:rPr lang="en-US" sz="1800" dirty="0">
                <a:latin typeface="Arial Narrow" panose="020B0606020202030204" pitchFamily="34" charset="0"/>
              </a:rPr>
              <a:t>For more information or to distribute outside of Cisco CX Sales Enablement, </a:t>
            </a:r>
            <a:br>
              <a:rPr lang="en-US" sz="1800" dirty="0">
                <a:latin typeface="Arial Narrow" panose="020B0606020202030204" pitchFamily="34" charset="0"/>
              </a:rPr>
            </a:br>
            <a:r>
              <a:rPr lang="en-US" sz="1800" dirty="0">
                <a:latin typeface="Arial Narrow" panose="020B0606020202030204" pitchFamily="34" charset="0"/>
              </a:rPr>
              <a:t>contact Ken Rosen at </a:t>
            </a:r>
            <a:r>
              <a:rPr lang="en-US" sz="1800" dirty="0">
                <a:solidFill>
                  <a:srgbClr val="0000FF"/>
                </a:solidFill>
                <a:latin typeface="Arial Narrow" panose="020B0606020202030204" pitchFamily="34" charset="0"/>
                <a:hlinkClick r:id="rId4">
                  <a:extLst>
                    <a:ext uri="{A12FA001-AC4F-418D-AE19-62706E023703}">
                      <ahyp:hlinkClr xmlns:ahyp="http://schemas.microsoft.com/office/drawing/2018/hyperlinkcolor" val="tx"/>
                    </a:ext>
                  </a:extLst>
                </a:hlinkClick>
              </a:rPr>
              <a:t>KRosen@PerWorks.com</a:t>
            </a:r>
            <a:r>
              <a:rPr lang="en-US" sz="1800" dirty="0">
                <a:solidFill>
                  <a:srgbClr val="0000FF"/>
                </a:solidFill>
                <a:latin typeface="Arial Narrow" panose="020B0606020202030204" pitchFamily="34" charset="0"/>
              </a:rPr>
              <a:t> </a:t>
            </a:r>
            <a:r>
              <a:rPr lang="en-US" sz="1800" dirty="0">
                <a:latin typeface="Arial Narrow" panose="020B0606020202030204" pitchFamily="34" charset="0"/>
              </a:rPr>
              <a:t>or +1-415-269-9999.</a:t>
            </a:r>
          </a:p>
        </p:txBody>
      </p:sp>
      <p:sp>
        <p:nvSpPr>
          <p:cNvPr id="11" name="TextBox 10">
            <a:extLst>
              <a:ext uri="{FF2B5EF4-FFF2-40B4-BE49-F238E27FC236}">
                <a16:creationId xmlns:a16="http://schemas.microsoft.com/office/drawing/2014/main" id="{0B78518B-9288-418A-972C-636045B47A4B}"/>
              </a:ext>
            </a:extLst>
          </p:cNvPr>
          <p:cNvSpPr txBox="1"/>
          <p:nvPr/>
        </p:nvSpPr>
        <p:spPr>
          <a:xfrm>
            <a:off x="749595" y="6657945"/>
            <a:ext cx="2535865" cy="200055"/>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A96139"/>
                </a:solidFill>
                <a:effectLst/>
                <a:uLnTx/>
                <a:uFillTx/>
                <a:latin typeface="Calibri" pitchFamily="34" charset="0"/>
                <a:ea typeface="+mn-ea"/>
                <a:cs typeface="Calibri" pitchFamily="34" charset="0"/>
              </a:rPr>
              <a:t>© Ken Rosen, Performance Works, 2020, All rights reserved.</a:t>
            </a:r>
          </a:p>
        </p:txBody>
      </p:sp>
      <p:sp>
        <p:nvSpPr>
          <p:cNvPr id="13" name="Freeform: Shape 12">
            <a:extLst>
              <a:ext uri="{FF2B5EF4-FFF2-40B4-BE49-F238E27FC236}">
                <a16:creationId xmlns:a16="http://schemas.microsoft.com/office/drawing/2014/main" id="{B9D5CA3F-5351-4512-B4DB-E6ACEBBBE620}"/>
              </a:ext>
            </a:extLst>
          </p:cNvPr>
          <p:cNvSpPr/>
          <p:nvPr/>
        </p:nvSpPr>
        <p:spPr bwMode="auto">
          <a:xfrm>
            <a:off x="6818" y="3819553"/>
            <a:ext cx="9144005" cy="1498571"/>
          </a:xfrm>
          <a:custGeom>
            <a:avLst/>
            <a:gdLst>
              <a:gd name="connsiteX0" fmla="*/ 0 w 9144000"/>
              <a:gd name="connsiteY0" fmla="*/ 0 h 1392072"/>
              <a:gd name="connsiteX1" fmla="*/ 9144000 w 9144000"/>
              <a:gd name="connsiteY1" fmla="*/ 1153236 h 1392072"/>
              <a:gd name="connsiteX2" fmla="*/ 9123528 w 9144000"/>
              <a:gd name="connsiteY2" fmla="*/ 1392072 h 1392072"/>
              <a:gd name="connsiteX3" fmla="*/ 0 w 9144000"/>
              <a:gd name="connsiteY3" fmla="*/ 0 h 1392072"/>
              <a:gd name="connsiteX0" fmla="*/ 0 w 9144000"/>
              <a:gd name="connsiteY0" fmla="*/ 0 h 1392072"/>
              <a:gd name="connsiteX1" fmla="*/ 3903260 w 9144000"/>
              <a:gd name="connsiteY1" fmla="*/ 491320 h 1392072"/>
              <a:gd name="connsiteX2" fmla="*/ 9144000 w 9144000"/>
              <a:gd name="connsiteY2" fmla="*/ 1153236 h 1392072"/>
              <a:gd name="connsiteX3" fmla="*/ 9123528 w 9144000"/>
              <a:gd name="connsiteY3" fmla="*/ 1392072 h 1392072"/>
              <a:gd name="connsiteX4" fmla="*/ 0 w 9144000"/>
              <a:gd name="connsiteY4" fmla="*/ 0 h 1392072"/>
              <a:gd name="connsiteX0" fmla="*/ 0 w 9144000"/>
              <a:gd name="connsiteY0" fmla="*/ 0 h 1392072"/>
              <a:gd name="connsiteX1" fmla="*/ 3985146 w 9144000"/>
              <a:gd name="connsiteY1" fmla="*/ 245660 h 1392072"/>
              <a:gd name="connsiteX2" fmla="*/ 9144000 w 9144000"/>
              <a:gd name="connsiteY2" fmla="*/ 1153236 h 1392072"/>
              <a:gd name="connsiteX3" fmla="*/ 9123528 w 9144000"/>
              <a:gd name="connsiteY3" fmla="*/ 1392072 h 1392072"/>
              <a:gd name="connsiteX4" fmla="*/ 0 w 9144000"/>
              <a:gd name="connsiteY4" fmla="*/ 0 h 1392072"/>
              <a:gd name="connsiteX0" fmla="*/ 139062 w 9283062"/>
              <a:gd name="connsiteY0" fmla="*/ 69285 h 1461357"/>
              <a:gd name="connsiteX1" fmla="*/ 4124208 w 9283062"/>
              <a:gd name="connsiteY1" fmla="*/ 314945 h 1461357"/>
              <a:gd name="connsiteX2" fmla="*/ 9283062 w 9283062"/>
              <a:gd name="connsiteY2" fmla="*/ 1222521 h 1461357"/>
              <a:gd name="connsiteX3" fmla="*/ 9262590 w 9283062"/>
              <a:gd name="connsiteY3" fmla="*/ 1461357 h 1461357"/>
              <a:gd name="connsiteX4" fmla="*/ 139062 w 9283062"/>
              <a:gd name="connsiteY4" fmla="*/ 69285 h 1461357"/>
              <a:gd name="connsiteX0" fmla="*/ 143964 w 9287964"/>
              <a:gd name="connsiteY0" fmla="*/ 62819 h 1454891"/>
              <a:gd name="connsiteX1" fmla="*/ 4129110 w 9287964"/>
              <a:gd name="connsiteY1" fmla="*/ 308479 h 1454891"/>
              <a:gd name="connsiteX2" fmla="*/ 9287964 w 9287964"/>
              <a:gd name="connsiteY2" fmla="*/ 1216055 h 1454891"/>
              <a:gd name="connsiteX3" fmla="*/ 9267492 w 9287964"/>
              <a:gd name="connsiteY3" fmla="*/ 1454891 h 1454891"/>
              <a:gd name="connsiteX4" fmla="*/ 143964 w 9287964"/>
              <a:gd name="connsiteY4" fmla="*/ 62819 h 1454891"/>
              <a:gd name="connsiteX0" fmla="*/ 142225 w 9286225"/>
              <a:gd name="connsiteY0" fmla="*/ 107326 h 1499398"/>
              <a:gd name="connsiteX1" fmla="*/ 4175138 w 9286225"/>
              <a:gd name="connsiteY1" fmla="*/ 155093 h 1499398"/>
              <a:gd name="connsiteX2" fmla="*/ 9286225 w 9286225"/>
              <a:gd name="connsiteY2" fmla="*/ 1260562 h 1499398"/>
              <a:gd name="connsiteX3" fmla="*/ 9265753 w 9286225"/>
              <a:gd name="connsiteY3" fmla="*/ 1499398 h 1499398"/>
              <a:gd name="connsiteX4" fmla="*/ 142225 w 9286225"/>
              <a:gd name="connsiteY4" fmla="*/ 107326 h 1499398"/>
              <a:gd name="connsiteX0" fmla="*/ 0 w 9144000"/>
              <a:gd name="connsiteY0" fmla="*/ 24597 h 1416669"/>
              <a:gd name="connsiteX1" fmla="*/ 4032913 w 9144000"/>
              <a:gd name="connsiteY1" fmla="*/ 72364 h 1416669"/>
              <a:gd name="connsiteX2" fmla="*/ 9144000 w 9144000"/>
              <a:gd name="connsiteY2" fmla="*/ 1177833 h 1416669"/>
              <a:gd name="connsiteX3" fmla="*/ 9123528 w 9144000"/>
              <a:gd name="connsiteY3" fmla="*/ 1416669 h 1416669"/>
              <a:gd name="connsiteX4" fmla="*/ 0 w 9144000"/>
              <a:gd name="connsiteY4" fmla="*/ 24597 h 1416669"/>
              <a:gd name="connsiteX0" fmla="*/ 0 w 9144000"/>
              <a:gd name="connsiteY0" fmla="*/ 24597 h 1396197"/>
              <a:gd name="connsiteX1" fmla="*/ 4032913 w 9144000"/>
              <a:gd name="connsiteY1" fmla="*/ 72364 h 1396197"/>
              <a:gd name="connsiteX2" fmla="*/ 9144000 w 9144000"/>
              <a:gd name="connsiteY2" fmla="*/ 1177833 h 1396197"/>
              <a:gd name="connsiteX3" fmla="*/ 9130352 w 9144000"/>
              <a:gd name="connsiteY3" fmla="*/ 1396197 h 1396197"/>
              <a:gd name="connsiteX4" fmla="*/ 0 w 9144000"/>
              <a:gd name="connsiteY4" fmla="*/ 24597 h 1396197"/>
              <a:gd name="connsiteX0" fmla="*/ 0 w 9150823"/>
              <a:gd name="connsiteY0" fmla="*/ 24597 h 1396197"/>
              <a:gd name="connsiteX1" fmla="*/ 4032913 w 9150823"/>
              <a:gd name="connsiteY1" fmla="*/ 72364 h 1396197"/>
              <a:gd name="connsiteX2" fmla="*/ 9144000 w 9150823"/>
              <a:gd name="connsiteY2" fmla="*/ 1177833 h 1396197"/>
              <a:gd name="connsiteX3" fmla="*/ 9150823 w 9150823"/>
              <a:gd name="connsiteY3" fmla="*/ 1396197 h 1396197"/>
              <a:gd name="connsiteX4" fmla="*/ 0 w 9150823"/>
              <a:gd name="connsiteY4" fmla="*/ 24597 h 1396197"/>
              <a:gd name="connsiteX0" fmla="*/ 0 w 9150823"/>
              <a:gd name="connsiteY0" fmla="*/ 86539 h 1458139"/>
              <a:gd name="connsiteX1" fmla="*/ 4026090 w 9150823"/>
              <a:gd name="connsiteY1" fmla="*/ 52419 h 1458139"/>
              <a:gd name="connsiteX2" fmla="*/ 9144000 w 9150823"/>
              <a:gd name="connsiteY2" fmla="*/ 1239775 h 1458139"/>
              <a:gd name="connsiteX3" fmla="*/ 9150823 w 9150823"/>
              <a:gd name="connsiteY3" fmla="*/ 1458139 h 1458139"/>
              <a:gd name="connsiteX4" fmla="*/ 0 w 9150823"/>
              <a:gd name="connsiteY4" fmla="*/ 86539 h 1458139"/>
              <a:gd name="connsiteX0" fmla="*/ 0 w 9150823"/>
              <a:gd name="connsiteY0" fmla="*/ 105764 h 1477364"/>
              <a:gd name="connsiteX1" fmla="*/ 4026090 w 9150823"/>
              <a:gd name="connsiteY1" fmla="*/ 71644 h 1477364"/>
              <a:gd name="connsiteX2" fmla="*/ 9144000 w 9150823"/>
              <a:gd name="connsiteY2" fmla="*/ 1259000 h 1477364"/>
              <a:gd name="connsiteX3" fmla="*/ 9150823 w 9150823"/>
              <a:gd name="connsiteY3" fmla="*/ 1477364 h 1477364"/>
              <a:gd name="connsiteX4" fmla="*/ 0 w 9150823"/>
              <a:gd name="connsiteY4" fmla="*/ 105764 h 1477364"/>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0 w 9150823"/>
              <a:gd name="connsiteY4" fmla="*/ 125409 h 1497009"/>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3753133 w 9150823"/>
              <a:gd name="connsiteY4" fmla="*/ 698617 h 1497009"/>
              <a:gd name="connsiteX5" fmla="*/ 0 w 9150823"/>
              <a:gd name="connsiteY5" fmla="*/ 125409 h 1497009"/>
              <a:gd name="connsiteX0" fmla="*/ 0 w 9150823"/>
              <a:gd name="connsiteY0" fmla="*/ 125409 h 1497009"/>
              <a:gd name="connsiteX1" fmla="*/ 4026090 w 9150823"/>
              <a:gd name="connsiteY1" fmla="*/ 91289 h 1497009"/>
              <a:gd name="connsiteX2" fmla="*/ 9144000 w 9150823"/>
              <a:gd name="connsiteY2" fmla="*/ 1278645 h 1497009"/>
              <a:gd name="connsiteX3" fmla="*/ 9150823 w 9150823"/>
              <a:gd name="connsiteY3" fmla="*/ 1497009 h 1497009"/>
              <a:gd name="connsiteX4" fmla="*/ 4005616 w 9150823"/>
              <a:gd name="connsiteY4" fmla="*/ 255065 h 1497009"/>
              <a:gd name="connsiteX5" fmla="*/ 0 w 9150823"/>
              <a:gd name="connsiteY5" fmla="*/ 125409 h 1497009"/>
              <a:gd name="connsiteX0" fmla="*/ 3 w 9150826"/>
              <a:gd name="connsiteY0" fmla="*/ 125409 h 1497009"/>
              <a:gd name="connsiteX1" fmla="*/ 4026093 w 9150826"/>
              <a:gd name="connsiteY1" fmla="*/ 91289 h 1497009"/>
              <a:gd name="connsiteX2" fmla="*/ 9144003 w 9150826"/>
              <a:gd name="connsiteY2" fmla="*/ 1278645 h 1497009"/>
              <a:gd name="connsiteX3" fmla="*/ 9150826 w 9150826"/>
              <a:gd name="connsiteY3" fmla="*/ 1497009 h 1497009"/>
              <a:gd name="connsiteX4" fmla="*/ 4005619 w 9150826"/>
              <a:gd name="connsiteY4" fmla="*/ 255065 h 1497009"/>
              <a:gd name="connsiteX5" fmla="*/ 3 w 9150826"/>
              <a:gd name="connsiteY5" fmla="*/ 125409 h 1497009"/>
              <a:gd name="connsiteX0" fmla="*/ 3 w 9150826"/>
              <a:gd name="connsiteY0" fmla="*/ 125409 h 1497009"/>
              <a:gd name="connsiteX1" fmla="*/ 4026093 w 9150826"/>
              <a:gd name="connsiteY1" fmla="*/ 91289 h 1497009"/>
              <a:gd name="connsiteX2" fmla="*/ 9144003 w 9150826"/>
              <a:gd name="connsiteY2" fmla="*/ 1278645 h 1497009"/>
              <a:gd name="connsiteX3" fmla="*/ 9150826 w 9150826"/>
              <a:gd name="connsiteY3" fmla="*/ 1497009 h 1497009"/>
              <a:gd name="connsiteX4" fmla="*/ 4005619 w 9150826"/>
              <a:gd name="connsiteY4" fmla="*/ 255065 h 1497009"/>
              <a:gd name="connsiteX5" fmla="*/ 3 w 9150826"/>
              <a:gd name="connsiteY5" fmla="*/ 125409 h 1497009"/>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25409 h 1421946"/>
              <a:gd name="connsiteX1" fmla="*/ 4026093 w 9144003"/>
              <a:gd name="connsiteY1" fmla="*/ 91289 h 1421946"/>
              <a:gd name="connsiteX2" fmla="*/ 9144003 w 9144003"/>
              <a:gd name="connsiteY2" fmla="*/ 1278645 h 1421946"/>
              <a:gd name="connsiteX3" fmla="*/ 9144002 w 9144003"/>
              <a:gd name="connsiteY3" fmla="*/ 1421946 h 1421946"/>
              <a:gd name="connsiteX4" fmla="*/ 4005619 w 9144003"/>
              <a:gd name="connsiteY4" fmla="*/ 255065 h 1421946"/>
              <a:gd name="connsiteX5" fmla="*/ 3 w 9144003"/>
              <a:gd name="connsiteY5" fmla="*/ 125409 h 1421946"/>
              <a:gd name="connsiteX0" fmla="*/ 3 w 9144003"/>
              <a:gd name="connsiteY0" fmla="*/ 191798 h 1488335"/>
              <a:gd name="connsiteX1" fmla="*/ 3507479 w 9144003"/>
              <a:gd name="connsiteY1" fmla="*/ 62144 h 1488335"/>
              <a:gd name="connsiteX2" fmla="*/ 9144003 w 9144003"/>
              <a:gd name="connsiteY2" fmla="*/ 1345034 h 1488335"/>
              <a:gd name="connsiteX3" fmla="*/ 9144002 w 9144003"/>
              <a:gd name="connsiteY3" fmla="*/ 1488335 h 1488335"/>
              <a:gd name="connsiteX4" fmla="*/ 4005619 w 9144003"/>
              <a:gd name="connsiteY4" fmla="*/ 321454 h 1488335"/>
              <a:gd name="connsiteX5" fmla="*/ 3 w 9144003"/>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78152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191798 h 1488335"/>
              <a:gd name="connsiteX1" fmla="*/ 3507480 w 9144004"/>
              <a:gd name="connsiteY1" fmla="*/ 62144 h 1488335"/>
              <a:gd name="connsiteX2" fmla="*/ 9144004 w 9144004"/>
              <a:gd name="connsiteY2" fmla="*/ 1345034 h 1488335"/>
              <a:gd name="connsiteX3" fmla="*/ 9144003 w 9144004"/>
              <a:gd name="connsiteY3" fmla="*/ 1488335 h 1488335"/>
              <a:gd name="connsiteX4" fmla="*/ 3466533 w 9144004"/>
              <a:gd name="connsiteY4" fmla="*/ 198624 h 1488335"/>
              <a:gd name="connsiteX5" fmla="*/ 4 w 9144004"/>
              <a:gd name="connsiteY5" fmla="*/ 191798 h 1488335"/>
              <a:gd name="connsiteX0" fmla="*/ 4 w 9144004"/>
              <a:gd name="connsiteY0" fmla="*/ 202034 h 1498571"/>
              <a:gd name="connsiteX1" fmla="*/ 3507480 w 9144004"/>
              <a:gd name="connsiteY1" fmla="*/ 72380 h 1498571"/>
              <a:gd name="connsiteX2" fmla="*/ 9144004 w 9144004"/>
              <a:gd name="connsiteY2" fmla="*/ 1355270 h 1498571"/>
              <a:gd name="connsiteX3" fmla="*/ 9144003 w 9144004"/>
              <a:gd name="connsiteY3" fmla="*/ 1498571 h 1498571"/>
              <a:gd name="connsiteX4" fmla="*/ 3466533 w 9144004"/>
              <a:gd name="connsiteY4" fmla="*/ 208860 h 1498571"/>
              <a:gd name="connsiteX5" fmla="*/ 4 w 9144004"/>
              <a:gd name="connsiteY5" fmla="*/ 202034 h 1498571"/>
              <a:gd name="connsiteX0" fmla="*/ 5 w 9144005"/>
              <a:gd name="connsiteY0" fmla="*/ 202034 h 1498571"/>
              <a:gd name="connsiteX1" fmla="*/ 3507481 w 9144005"/>
              <a:gd name="connsiteY1" fmla="*/ 72380 h 1498571"/>
              <a:gd name="connsiteX2" fmla="*/ 9144005 w 9144005"/>
              <a:gd name="connsiteY2" fmla="*/ 1355270 h 1498571"/>
              <a:gd name="connsiteX3" fmla="*/ 9144004 w 9144005"/>
              <a:gd name="connsiteY3" fmla="*/ 1498571 h 1498571"/>
              <a:gd name="connsiteX4" fmla="*/ 3466534 w 9144005"/>
              <a:gd name="connsiteY4" fmla="*/ 208860 h 1498571"/>
              <a:gd name="connsiteX5" fmla="*/ 5 w 9144005"/>
              <a:gd name="connsiteY5" fmla="*/ 202034 h 149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5" h="1498571">
                <a:moveTo>
                  <a:pt x="5" y="202034"/>
                </a:moveTo>
                <a:cubicBezTo>
                  <a:pt x="1108886" y="14376"/>
                  <a:pt x="1840180" y="-72059"/>
                  <a:pt x="3507481" y="72380"/>
                </a:cubicBezTo>
                <a:cubicBezTo>
                  <a:pt x="5174782" y="216819"/>
                  <a:pt x="8314903" y="1082315"/>
                  <a:pt x="9144005" y="1355270"/>
                </a:cubicBezTo>
                <a:cubicBezTo>
                  <a:pt x="9144005" y="1403037"/>
                  <a:pt x="9144004" y="1450804"/>
                  <a:pt x="9144004" y="1498571"/>
                </a:cubicBezTo>
                <a:cubicBezTo>
                  <a:pt x="8349022" y="1116433"/>
                  <a:pt x="5202074" y="424950"/>
                  <a:pt x="3466534" y="208860"/>
                </a:cubicBezTo>
                <a:cubicBezTo>
                  <a:pt x="1730994" y="-7230"/>
                  <a:pt x="-3407" y="229330"/>
                  <a:pt x="5" y="202034"/>
                </a:cubicBezTo>
                <a:close/>
              </a:path>
            </a:pathLst>
          </a:custGeom>
          <a:solidFill>
            <a:srgbClr val="B06C46"/>
          </a:solidFill>
          <a:ln w="38100" cap="flat" cmpd="sng" algn="ctr">
            <a:noFill/>
            <a:prstDash val="solid"/>
            <a:round/>
            <a:headEnd type="triangl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4278801219"/>
      </p:ext>
    </p:extLst>
  </p:cSld>
  <p:clrMapOvr>
    <a:masterClrMapping/>
  </p:clrMapOvr>
</p:sld>
</file>

<file path=ppt/theme/theme1.xml><?xml version="1.0" encoding="utf-8"?>
<a:theme xmlns:a="http://schemas.openxmlformats.org/drawingml/2006/main" name="LifeSciBATrainingv1">
  <a:themeElements>
    <a:clrScheme name="PW 3-16">
      <a:dk1>
        <a:srgbClr val="424456"/>
      </a:dk1>
      <a:lt1>
        <a:srgbClr val="FFFFFF"/>
      </a:lt1>
      <a:dk2>
        <a:srgbClr val="BE5C30"/>
      </a:dk2>
      <a:lt2>
        <a:srgbClr val="BCA34F"/>
      </a:lt2>
      <a:accent1>
        <a:srgbClr val="767878"/>
      </a:accent1>
      <a:accent2>
        <a:srgbClr val="4272D2"/>
      </a:accent2>
      <a:accent3>
        <a:srgbClr val="005874"/>
      </a:accent3>
      <a:accent4>
        <a:srgbClr val="E8A429"/>
      </a:accent4>
      <a:accent5>
        <a:srgbClr val="85013A"/>
      </a:accent5>
      <a:accent6>
        <a:srgbClr val="008000"/>
      </a:accent6>
      <a:hlink>
        <a:srgbClr val="67AFBD"/>
      </a:hlink>
      <a:folHlink>
        <a:srgbClr val="BCA34F"/>
      </a:folHlink>
    </a:clrScheme>
    <a:fontScheme name="ArielNarrow">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triangl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triangl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txDef>
      <a:spPr>
        <a:noFill/>
      </a:spPr>
      <a:bodyPr wrap="square" rtlCol="0">
        <a:spAutoFit/>
      </a:bodyPr>
      <a:lstStyle>
        <a:defPPr algn="l">
          <a:defRPr sz="2000" dirty="0" err="1" smtClean="0">
            <a:latin typeface="Arial Narrow" panose="020B0606020202030204" pitchFamily="34" charset="0"/>
          </a:defRPr>
        </a:defPPr>
      </a:lstStyle>
    </a:txDef>
  </a:objectDefaults>
  <a:extraClrSchemeLst>
    <a:extraClrScheme>
      <a:clrScheme name="LifeSciBATrainingv1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LifeSciBATrainingv1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LifeSciBATrainingv1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LifeSciBATrainingv1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LifeSciBATrainingv1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LifeSciBATrainingv1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LifeSciBATrainingv1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LifeSciBATrainingv1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Example Positioning Statement--Acme on Life Science</Template>
  <TotalTime>21494</TotalTime>
  <Words>2452</Words>
  <Application>Microsoft Macintosh PowerPoint</Application>
  <PresentationFormat>On-screen Show (4:3)</PresentationFormat>
  <Paragraphs>148</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Arial Narrow</vt:lpstr>
      <vt:lpstr>Calibri</vt:lpstr>
      <vt:lpstr>Calibri Light</vt:lpstr>
      <vt:lpstr>Courier New</vt:lpstr>
      <vt:lpstr>Garamond</vt:lpstr>
      <vt:lpstr>Times New Roman</vt:lpstr>
      <vt:lpstr>Wingdings</vt:lpstr>
      <vt:lpstr>LifeSciBATrainingv1</vt:lpstr>
      <vt:lpstr>Universal Sales Pitch Workbook</vt:lpstr>
      <vt:lpstr>Universal Sales Pitch™ Goals</vt:lpstr>
      <vt:lpstr>PowerPoint Presentation</vt:lpstr>
      <vt:lpstr>Chapter 1: You need this category What is your category and how does this category help your prospects?</vt:lpstr>
      <vt:lpstr>Chapter 2: You need our version of this category What makes YOU, your product, or your company better? How does your differentiation help customers?</vt:lpstr>
      <vt:lpstr>Chapter 2: You need our version of this category (continued) What makes YOU, your product, or your company better? How does your difference help your customers?</vt:lpstr>
      <vt:lpstr>Chapter 3: We hold your hand every step of the way What do you do to make hesitant customers comfortable doing business with you? </vt:lpstr>
      <vt:lpstr>Chapter 4: You’re not alone How do you reassure customers that others — just like them — love your product or service? </vt:lpstr>
      <vt:lpstr>Chapter 5: Let’s get started! It’s time to take action. What does your customer have to do … right now … to buy from you? </vt:lpstr>
      <vt:lpstr>Combine your chapters in a natural, conversational story. Whether your need a 10-minute intro or an hour discussion, your structure and core content is complete.</vt:lpstr>
      <vt:lpstr>PowerPoint Presentation</vt:lpstr>
    </vt:vector>
  </TitlesOfParts>
  <Company>Theory &amp; Practice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Deliverable Examples</dc:title>
  <dc:creator>Ken Rosen</dc:creator>
  <cp:lastModifiedBy>Ken Rosen (IC)</cp:lastModifiedBy>
  <cp:revision>313</cp:revision>
  <cp:lastPrinted>2013-03-15T17:25:26Z</cp:lastPrinted>
  <dcterms:created xsi:type="dcterms:W3CDTF">2002-06-06T18:25:30Z</dcterms:created>
  <dcterms:modified xsi:type="dcterms:W3CDTF">2021-07-23T20:18:22Z</dcterms:modified>
</cp:coreProperties>
</file>